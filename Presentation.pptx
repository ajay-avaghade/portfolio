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REVOLUT · NEW VERTICAL ACTIVATION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VerticalShift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Milestone-Driven Activation Engine for New Fintech Verticals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754880"/>
            <a:ext cx="18288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49377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+110% Day-30 activation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New Revolut Vertical Day-30 Activation: 18% vs Core Payments 40% — Same Users, Same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18%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new vertical activation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Wealth, Lending, Cards (lagging)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40%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payments activation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established, habit-formed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milestone or habit mechanic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for new verticals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37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Root cause: New verticals lack onboarding momentum. Users lack a clear goal or sense of progress. Without milestone + reward mechanic, new vertical feels optional, gets buried in app, user churns by day 30.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F14"/>
                </a:solidFill>
              </a:rPr>
              <a:t>Habit Formation Requires: Goal-Setting + Milestone Visibility + Reward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❌ Today: No Milestone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User onboards to Wealth vertical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No clear next step or goal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No progress visibility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No reward for activation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14"/>
                </a:solidFill>
              </a:rPr>
              <a:t>82% abandon by day 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840480" cy="34747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✅ VerticalShift: Milestone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560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Set milestone: "Open investment account"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108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 sub-goals with progress bar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Nudges at 33%, 66%, completion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Reward at finish: 500 RevPoints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4754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38% activate by day 30 (+110%)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0D1F14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→ Sub-Goals → Progress Bar → Reward → Habit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Vertical onboarding: "Open account" + reward signal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Sub-Goals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3–5 micro-behaviors (KYC, Fund, Trade) with progress visibility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0175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Nudges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Push at 33%, 66%, completion. Kept in vertical, not app-wide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794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Reward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Non-dilutable (RevPoints + feature unlock). High psychological value.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4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5720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800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Completion → next milestone chain. Habit formation by day 60+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1463040"/>
            <a:ext cx="5212080" cy="3931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Proof: PhonePe Quick Commerce Milestone Waiver (Pincode)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Mechanic: Spend ₹2K in 30 days → unlock ₹300 fee waiver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2788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Same ₹300 value as flat discount, but milestone-framed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383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A/B test: Milestone vs discount-only control group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3977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Result: 60% improvement in Day-30 activation (milestone group)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5720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Insight: Goal-setting + progress visibility &gt; generic discount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14"/>
                </a:solidFill>
              </a:rPr>
              <a:t>4 Screens — Milestone Lifecycle End-to-End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01 — Welcome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Vertical onboarding: "Complete this milestone to unlock 500 RevPoints." Clear, achievable goal visible immediately.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02 — Progress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In-vertical: 3 sub-goals (KYC, Fund, Trade) with progress bar. Nudge card: "You're 33% done."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03 — Success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Confetti, reward display, breakdown (100 + 200 + 200 RevPoints), unlock message, next challenge teaser.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14"/>
                </a:solidFill>
              </a:rPr>
              <a:t>04 — Ops Console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Milestone acceptance %, completion rate, Day-30 activation lift, A/B test variant performance, winning rule.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New Vertical Activation &amp; Retention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+110%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Day-30 Activation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18% → 38% (milestone cohort)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42%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Milestone Completion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by day 60 (vs 18% control)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56%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 Usage (Month 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completers vs 22% non-completers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3291840"/>
            <a:ext cx="3657600" cy="164592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548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~0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 Cost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526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RevPoints pre-budgeted; features free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14"/>
                </a:solidFill>
              </a:rPr>
              <a:t>PhonePe Pincode Milestone Waiver: 60% Day-30 Activation Lift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4023360"/>
          </a:xfrm>
          <a:prstGeom prst="rect">
            <a:avLst/>
          </a:prstGeom>
          <a:solidFill>
            <a:srgbClr val="0D1F1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PhonePe: What I Shipped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Quick commerce (Pincode) Day-30 activation: 40% baseline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Milestone: "Spend ₹2K → unlock ₹300 fee waiver"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Mechanic: goal-setting + progress bar + reward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A/B test: Milestone vs cashback (same ₹300 value)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Result: +60% activation lift in milestone cohort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VerticalShift: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New vertical (Wealth) baseline: 18% Day-30 activation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Milestone: "Open investment account" + 500 RevPoints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Same goal-setting + progress + reward mechanics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Expected lift: +110% (18% → 38%, aligned to PhonePe proof)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4297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14"/>
                </a:solidFill>
              </a:rPr>
              <a:t>Flywheel: milestone → repeat usage → habit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Pilot to Full Vertical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Phase 1: Pilot (Month 1–2)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Deploy VerticalShift to Wealth vertical (Poland)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Milestone: "Open investment account" + 500 RevPoints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Phase 2: Vertical Expansion (Month 3–4)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Roll out to Lending + Cards verticals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Customize milestones per vertical (credit-specific for Lending)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1463040"/>
          </a:xfrm>
          <a:prstGeom prst="rect">
            <a:avLst/>
          </a:prstGeom>
          <a:solidFill>
            <a:srgbClr val="0F2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Phase 3: Full Scale (Month 5–6)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VerticalShift default for all new verticals (future launches)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• Milestone template library: ops can spin up new milestone in 30 min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0F2A1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What I Need: 1 engineer (milestone tracking + reward fulfillment) · Product research (copy A/B testing) · Analytics (cohort analysis, repeat engagement tracking)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2026-06-03T18:02:22Z</dcterms:created>
  <dcterms:modified xsi:type="dcterms:W3CDTF">2026-06-03T18:02:22Z</dcterms:modified>
</cp:coreProperties>
</file>