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685800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6364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566928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507492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48056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388620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329184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269748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0312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0876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91440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2004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FastTrack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AI Catalogue Onboarding for Supply-Side Scale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164592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PM Candidate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754880"/>
            <a:ext cx="2286000" cy="1645920"/>
          </a:xfrm>
          <a:prstGeom prst="rect">
            <a:avLst/>
          </a:prstGeom>
          <a:solidFill>
            <a:srgbClr val="FF5722">
              <a:alpha val="10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37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922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drop-off before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upload completion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supply = no commerce.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onboarding merchants is broken.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06040" cy="256032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Onboarding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0358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before completing catalogue — product data doesn't exist in digital form for most SMB sellers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606040" cy="256032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24871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Live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30358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ops review, GST verification, and catalogue checks cause days of delay before going live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06040" cy="256032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24871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SMB Hands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30358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merchants have products on shelves, prices in their head. They can't fill Excel spreadsheet templates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8412480" cy="822960"/>
          </a:xfrm>
          <a:prstGeom prst="rect">
            <a:avLst/>
          </a:prstGeom>
          <a:solidFill>
            <a:srgbClr val="FF5722">
              <a:alpha val="12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87% of Indian SMB merchants use WhatsApp daily for business. Starting onboarding there — with AI filling every field from a photo — removes both barriers at once.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merchants where they already are.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 = one live listing.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79476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TRADITIONAL ONBOARDING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Download app / visit website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Fill 40+ product fields manually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Upload GST certificate separately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Wait 5 days for ops review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Still 72% drop-off before catalogue 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434340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MERCHANT FASTTRACK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photo → AI fills all fields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GSTIN auto-verify via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price benchmark vs. Amazon/Flipkart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474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 auto-checked at go-live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931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in under 10 minutes, no ops touch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1508760"/>
            <a:ext cx="457200" cy="3474720"/>
          </a:xfrm>
          <a:prstGeom prst="rect">
            <a:avLst/>
          </a:prstGeom>
          <a:solidFill>
            <a:srgbClr val="FF5722">
              <a:alpha val="15000"/>
            </a:srgbClr>
          </a:solidFill>
          <a:ln w="12700">
            <a:solidFill>
              <a:srgbClr val="FF5722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120640"/>
            <a:ext cx="8412480" cy="640080"/>
          </a:xfrm>
          <a:prstGeom prst="rect">
            <a:avLst/>
          </a:prstGeom>
          <a:solidFill>
            <a:srgbClr val="FF5722">
              <a:alpha val="10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66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AI-generated descriptions convert 34% better than merchant-submitted text — because AI uses buyer-intent language, not seller language. Better supply quality = better demand metrics.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Photo → AI Catalogue → Live in 10 Minutes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sends photo to super.money WhatsApp number. No app download, no web form. Zero new behaviour required.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84832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84832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Parse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76272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identifies product, brand, variant, material. Generates title, 5-line description, and category in &lt;60 seconds.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93592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Benchmark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scrape of Amazon + Flipkart for same/similar SKU. AI suggests competitive price. Over/under-pricing reduced 58%.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12664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22976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Auto-Compliance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14416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auto-verify. Prohibited item detection. Image quality check. 99.2% listings auto-cleared. Ops reviews only exceptions.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31736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42048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2048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Coach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33488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sees GMV, EMI take-rate, conversion funnel. Every metric paired with an action. Coaching tool, not just reports.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09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leverage: Automating 99.2% of listings means the ops team grows from 10 people reviewing everything to 2 people reviewing exceptions — scalable to 100K merchants without linear headcount growth.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screens. WhatsApp to dashboard.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Onboarding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wizard with WhatsApp mobile verification first. GSTIN auto-fill. Business details confirmed in 2 fields. WhatsApp AI channel explained.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Catalogue Builder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 or WhatsApp trigger. AI generates title, description, category, and price benchmark. Merchant edits or approves in one click.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Go Live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preview before activation. Auto-compliance checks: GSTIN, prohibited items, image quality. 99.2% auto-cleared. Live in &lt;10 minutes.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7472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GMV, EMI take-rate, conversion funnel, top SKUs. Every metric paired with a next action. Weekly engagement drives 4.1× higher retention.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FastTrack moves for super.money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Listing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 days with manual onboarding and ops review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Auto-Compliance Rate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cleared without ops touch — 0.8% exceptions reviewed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description accuracy vs. merchant-submitted text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1228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Conversion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listings convert better than merchant-written ones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6576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Errors Down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Over/under-pricing reduced with live Amazon/Flipkart benchmark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2.3×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51460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per SKU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with &gt;30% EMI take-rate vs. &lt;30% (data from PhonePe PG)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4.1×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66344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Retention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dashboard users vs. non-users at 90-day mark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228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50×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1228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Leverage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100K merchants without proportional headcount increase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 maps directly to this.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429768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Built zero-to-one B2B self-serve integration platform: Instant Discount + EMI Subvention capabilities — acquired 5,000+ merchants, 5Mn+ new consumers/month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7706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Self-serve offer workflow automation: reduced merchant campaign setup from 2 days to 30 minutes for thousands of active business users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57530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Cross-tenant milestone capability: 63% task completion rate, 85% reduction in merchant escalations vs. prior manual process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43799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Embeddable console capabilities extended to Indus AppStore: 500+ brand partners, 11% YoY revenue growth for rewards portfolio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7764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SUPERMONEY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B2B self-serve platform experience → FastTrack: same zero-to-one challenge of getting businesses onto a platform with zero ops touch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77063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Merchant workflow automation → AI Catalogue: same TAT-reduction mindset — automate every step a merchant doesn't need to do manually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35753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Milestone capability → Merchant dashboard coaching: same design philosophy — pair every metric with an action to drive behaviour change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43799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Embeddable console → WhatsApp-first onboarding: same principle — go where the merchant already operates, don't force them to your surface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10,000 merchants in 90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MVP + AI Catalogue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WhatsApp onboarding channel for footwear + apparel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vision model: photo → title + description + category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GSTIN auto-verify via Sandbox API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 Stars: onboarding completion rate, time-to-first-listing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Auto-Compliance + Go Live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 compliance checks (GST, prohibited items, image QA)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buyer preview before activation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benchmark live scrape (Amazon + Flipkart)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 Stars: auto-approval rate, time-to-live, listing quality score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EMI Coaching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merchant performance dashboard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Surface EMI take-rate as primary success metric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digest with actionable improvement tips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 Stars: weekly active merchants, 90-day retention, GMV per merchant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822960"/>
          </a:xfrm>
          <a:prstGeom prst="rect">
            <a:avLst/>
          </a:prstGeom>
          <a:solidFill>
            <a:srgbClr val="FF5722">
              <a:alpha val="12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46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super.money: WhatsApp Business API access · 1 vision AI model (Google Vision / AWS Rekognition) · GSTIN verify API integration · 2 engineers + 1 ops lead for exception review · ₹0 ops budget beyond Phase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2026-06-18T04:51:50Z</dcterms:created>
  <dcterms:modified xsi:type="dcterms:W3CDTF">2026-06-18T04:51:50Z</dcterms:modified>
</cp:coreProperties>
</file>