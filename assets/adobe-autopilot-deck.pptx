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2286000" cy="6858000"/>
          </a:xfrm>
          <a:prstGeom prst="rect">
            <a:avLst/>
          </a:prstGeom>
          <a:solidFill>
            <a:srgbClr val="FF0000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6858000"/>
          </a:xfrm>
          <a:prstGeom prst="rect">
            <a:avLst/>
          </a:prstGeom>
          <a:solidFill>
            <a:srgbClr val="0078D4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DSP · PRODUCT CASE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Autopilot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Bid &amp; Budget Optimization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3291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Product Manager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5303520"/>
            <a:ext cx="2743200" cy="1188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5440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ROAS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94360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30 days with AI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DSP Users Stick to Static Rules—Wasting 25-40% of Budget Daily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Bidding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contextual optimization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$2.5-4K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Waste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$10K budget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2648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Dimensions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to tune manually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8412480" cy="2560320"/>
          </a:xfrm>
          <a:prstGeom prst="rect">
            <a:avLst/>
          </a:prstGeom>
          <a:solidFill>
            <a:srgbClr val="2A2A2A"/>
          </a:solidFill>
          <a:ln w="2540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9776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Advertisers manually adjust bids across audience, device, time-of-day, and geography. With 12+ dimensions and 24-hour pacing pressure, no human can optimize effectively. The DSP has the data but lacks actionable real-time recommendations.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Hide the Algorithm—Surface Actionable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3931920" cy="45720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Status Quo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bid tweaks every 6 hours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per-audience insights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70% of bid changes are guesses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 waste compounds daily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554480"/>
            <a:ext cx="3931920" cy="45720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Campaign Autopilot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recommends top 3 bid moves daily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Audience x device x time breakdown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Expected ROAS lift per recommendation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One-tap apply + automated A/B test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Five-Step Real-Time Optimization Loop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Signal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pixel data + analytics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645920"/>
            <a:ext cx="27432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96596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 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segment: ROAS vs baseline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1645920"/>
            <a:ext cx="27432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65760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bid adjustments surfaced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9240" y="1645920"/>
            <a:ext cx="27432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34924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&amp; Test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One-tap: rule updates 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1645920"/>
            <a:ext cx="27432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04088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A/B: measure vs control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8412480" cy="2651760"/>
          </a:xfrm>
          <a:prstGeom prst="rect">
            <a:avLst/>
          </a:prstGeom>
          <a:solidFill>
            <a:srgbClr val="2A2A2A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6118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 Proof Point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Propensity-to-Transact ML replacing static cohorts with real-time per-user scoring. Deployed across 1000+ Cr/yr marketing budget. Result: 32% marketing burn reduction while sustaining GMV. Campaign Autopilot is same architecture applied to DSP bidding.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Screens — Campaign Home to Campaign History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411480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Campaign Home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pacing bar + recommendation badge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11480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Recommendations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pending bid moves, ROAS impact shown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023360"/>
            <a:ext cx="411480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206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Applied + Confetti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confirmation + 48h impact forecast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4023360"/>
            <a:ext cx="411480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4206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Campaign History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46177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results: applied vs control ROAS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on PhonePe—Adjusted for Adobe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Improvement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9456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Efficiency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-34%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Time Spent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+$2,800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4160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Additional GMV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280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Platform Impact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NRR (from optimization upsell)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Adoption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+$45M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4160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Incremental Revenue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937760"/>
            <a:ext cx="8412480" cy="1554480"/>
          </a:xfrm>
          <a:prstGeom prst="rect">
            <a:avLst/>
          </a:prstGeom>
          <a:solidFill>
            <a:srgbClr val="2A2A2A"/>
          </a:solidFill>
          <a:ln w="25400">
            <a:solidFill>
              <a:srgbClr val="FFB81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50749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Recommendation cost is zero. AI model trained on historical data. Advertisers win on ROAS; Adobe wins on stickiness and platform lock-in.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This at PhonePe. Here's the Map to Campaign Autopilot.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4114800" cy="5029200"/>
          </a:xfrm>
          <a:prstGeom prst="rect">
            <a:avLst/>
          </a:prstGeom>
          <a:solidFill>
            <a:srgbClr val="0F0E0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 (Product Manager, 2023–Now)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Propensity-to-Transact ML (-32% marketing burn)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cart incentivization (35% AOV uplift)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eligibility + personalized offers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4069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ML-driven rewards marketplace (500+ partners)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4800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A/B testing culture across all product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08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Maps to Campaign Autopilot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Propensity scoring per segment (user → audience)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Context-aware triggers (cart value → bid dimension)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33375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surface + feedback (offer card → recommendation)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4069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Multi-stakeholder optimization (user + brand → advertiser + DSP)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4800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Experimentation infrastructure (A/B test platform)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Phases: Pilot to Platform Default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4114800"/>
          </a:xfrm>
          <a:prstGeom prst="rect">
            <a:avLst/>
          </a:prstGeom>
          <a:solidFill>
            <a:srgbClr val="2A2A2A"/>
          </a:solidFill>
          <a:ln w="2540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1-2: Pilot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high-volume campaigns, enable AI recommendations. Measure 30-day ROAS vs control.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743200" cy="4114800"/>
          </a:xfrm>
          <a:prstGeom prst="rect">
            <a:avLst/>
          </a:prstGeom>
          <a:solidFill>
            <a:srgbClr val="2A2A2A"/>
          </a:solidFill>
          <a:ln w="2540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3-4: Scale + Optimization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to 500 campaigns. A/B test: auto-apply vs manual. Tune recommendation confidence thresholds.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743200" cy="4114800"/>
          </a:xfrm>
          <a:prstGeom prst="rect">
            <a:avLst/>
          </a:prstGeom>
          <a:solidFill>
            <a:srgbClr val="2A2A2A"/>
          </a:solidFill>
          <a:ln w="2540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5-6: Platform Default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for all new campaigns. Suite upgrade upsell to non-users. Target 40% platform penetration.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5669280"/>
            <a:ext cx="8412480" cy="914400"/>
          </a:xfrm>
          <a:prstGeom prst="rect">
            <a:avLst/>
          </a:prstGeom>
          <a:solidFill>
            <a:srgbClr val="2A2A2A"/>
          </a:solidFill>
          <a:ln w="25400">
            <a:solidFill>
              <a:srgbClr val="FFB8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806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need: Conversion pixel access · DSP bidding API · 1 ML Engineer + 1 FE + 1 Designer · 6-week sprint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+91 9561558439 · avaghadeajay009@gmail.com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2026-06-02T17:25:42Z</dcterms:created>
  <dcterms:modified xsi:type="dcterms:W3CDTF">2026-06-02T17:25:42Z</dcterms:modified>
</cp:coreProperties>
</file>