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0"/>
            <a:ext cx="3657600" cy="6858000"/>
          </a:xfrm>
          <a:prstGeom prst="line">
            <a:avLst/>
          </a:prstGeom>
          <a:noFill/>
          <a:ln w="635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000000">
                    <a:alpha val="8000"/>
                  </a:srgbClr>
                </a:solidFill>
              </a:rPr>
              <a:t>🎫</a:t>
            </a:r>
            <a:endParaRPr lang="en-US" sz="180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</a:rPr>
              <a:t>INDRIVE  ·  SENIOR PRODUCT MANAGER — GROWTH &amp; PERSONALIZATION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0058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inDrive Pass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57200" y="20116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The subscription model that locks users in through value: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earn credits on every ride, unlock higher tiers, adopt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new verticals — and lose it all if you switch.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E033"/>
                </a:solidFill>
              </a:rPr>
              <a:t>Presented by Ajay Avaghade  ·  Growth &amp; Personalization PM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493776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141810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5074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5669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5870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7F32"/>
                </a:solidFill>
              </a:rPr>
              <a:t>Bronze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493776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14181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5074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53328" y="5669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53328" y="5870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Silver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77456" y="493776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14181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5074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77456" y="5669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77456" y="5870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Gold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01584" y="493776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141810"/>
          </a:solidFill>
          <a:ln w="19050">
            <a:solidFill>
              <a:srgbClr val="B5E0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01584" y="5074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01584" y="5669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01584" y="5870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E033"/>
                </a:solidFill>
              </a:rPr>
              <a:t>Explorer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</a:rPr>
              <a:t>inDrive Has Zero Switching Cost —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</a:rPr>
              <a:t>A Competitor Promo Can Steal Any User With One Notification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</a:rPr>
              <a:t>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retention mechanics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 subscription, no credits, no tier. Every user equally acquirable by a competitor.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cross-vertical adoption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 user who rides never discovers Freight or Services — siloed verticals, siloed revenue.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5E033"/>
                </a:solidFill>
              </a:rPr>
              <a:t>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CAC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 user re-acquisition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Without earned value, inDrive must subsidize every re-engagement from scratch.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08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006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 user who takes 20 rides a month has exactly the same relationship with inDrive as a first-time user. There is no earned value, no tier, no credits that create the cost of switching. A single promotional push from Bolt or Uber can re-acquire them tonight. The fix is not a loyalty points gimmick — it is a subscription that makes your balance worth more than a competitor's discount.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D7F32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B0E13"/>
                </a:solidFill>
              </a:rPr>
              <a:t>The Best Lock-In Isn't a Penalty for Leaving —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B0E13"/>
                </a:solidFill>
              </a:rPr>
              <a:t>It's Credits You'll Lose If You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8EE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7F32"/>
                </a:solidFill>
              </a:rPr>
              <a:t>❌  Generic Loyalty Tactics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3A00"/>
                </a:solidFill>
              </a:rPr>
              <a:t>• Loyalty points that expire and feel like fake currency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3A00"/>
                </a:solidFill>
              </a:rPr>
              <a:t>• Promo codes given once then never again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3A00"/>
                </a:solidFill>
              </a:rPr>
              <a:t>• Referral bonus that stops after 1 invite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3A00"/>
                </a:solidFill>
              </a:rPr>
              <a:t>• Discount for new users only — loyal users get nothing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788920"/>
            <a:ext cx="822960" cy="8229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5FFF0"/>
          </a:solidFill>
          <a:ln w="19050">
            <a:solidFill>
              <a:srgbClr val="B5E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✅  inDrive Pass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Monthly Pass → X% cashback on every ride as inDrive Credits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7706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Credits only spendable on inDrive — balance lost if you switch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300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More rides = higher tier = higher % back = stronger lock-in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83133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Cross-vertical milestones: use Freight + Services → Explorer 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3616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The credits are the switching cost — no friction, just 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12064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0B0E1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12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Key insight: Users do not leave platforms that owe them money. A $24.80 credit balance is worth more as a retention mechanism than any re-acquisition campaign — because it only costs inDrive on rides that have already been completed.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Two Compounding Engines: Ride Tiers + Cross-Vertical Milestones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41810"/>
          </a:solidFill>
          <a:ln w="22860">
            <a:solidFill>
              <a:srgbClr val="CD7F3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</a:rPr>
              <a:t>Bronze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back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rides/mo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41810"/>
          </a:solidFill>
          <a:ln w="2286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Silver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back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231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rides/mo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3258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41810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Gold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back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rides/mo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74320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A2200"/>
          </a:solidFill>
          <a:ln w="762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78892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59E0B"/>
                </a:solidFill>
              </a:rPr>
              <a:t>BidBand Band 3 default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1325880"/>
            <a:ext cx="2240280" cy="3200400"/>
          </a:xfrm>
          <a:prstGeom prst="roundRect">
            <a:avLst>
              <a:gd name="adj" fmla="val 4082"/>
            </a:avLst>
          </a:prstGeom>
          <a:solidFill>
            <a:srgbClr val="141810"/>
          </a:solidFill>
          <a:ln w="2286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417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E033"/>
                </a:solidFill>
              </a:rPr>
              <a:t>Explorer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1828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back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37960" y="2377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3 verticals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274320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1A2200"/>
          </a:solidFill>
          <a:ln w="7620">
            <a:solidFill>
              <a:srgbClr val="B5E033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788920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B5E033"/>
                </a:solidFill>
              </a:rPr>
              <a:t>Priority matching + 6-mo rollover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0D1500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E033"/>
                </a:solidFill>
              </a:rPr>
              <a:t>Cross-Vertical Milestone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074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🚗 Rides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349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15 rides → Gold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5074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🚛 Freight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5349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5 shipments → Freight tier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5074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🔧 Services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5349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3 tasks → Services tier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5074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E033"/>
                </a:solidFill>
              </a:rPr>
              <a:t>🌟 All-Access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5349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All 3 pillars → Explorer 15%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D7F32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E13"/>
                </a:solidFill>
              </a:rPr>
              <a:t>4 Screen States — The Pass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 Home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Credits balance, current tier, ride milestone progress bars, cross-vertical tracker. All earned value visible in one glance.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Credits: $24.80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 Tier  ·  8% back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Rides: 14/15 for Gold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[===92%==========]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Freight — unlock next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6888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Active Ride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Live earning meter during the ride. Credits ticking up in real-time. Gold milestone progress bar showing this ride tips the threshold.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7860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your way  ·  Pass LIVE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2432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Earning: +$1.31 this ride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2432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 of $16.40 fare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2432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balance: $26.11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2432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15/15 after this ride!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 Unlocked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Tier upgrade celebration. New benefits displayed clearly — 12% back, BidBand Band 3 default, Freight first ride free. Confetti.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2744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Tier Unlocked!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 back per ride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7316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BidBand Band 3 default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7316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Freight: first shipment free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7316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[View Gold Dashboard]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6656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E033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Multi-Vertical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All-Access challenge tracker. Three pillars: Rides (done), Freight (in progress), Services (locked). Explorer benefits shown as goal.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B5E033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All-Access Challenge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2200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Rides: 15/15  Done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2200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Freight: 2/5  In progress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2200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 0/3  Locked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2200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Explorer: 2 of 3 complete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</a:rPr>
              <a:t>Prototype: indrive-pass-prototype.html  —  interactive live demo of all 4 screen states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Projected Impact — Built on PhonePe Milestone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09728" cy="3200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</a:rPr>
              <a:t>USER RETENTION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5176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90-day retention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Pass subscribers vs non-subscribers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cross-vertical adoption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5176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Explorer milestone drives Freight + Services trial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CAC on second ride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Credits from ride 1 fund ride 2 — no subsidy needed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5176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Gold tier revenue uplift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4315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Higher cashback band = higher ride frequency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109728" cy="3200400"/>
          </a:xfrm>
          <a:prstGeom prst="roundRect">
            <a:avLst>
              <a:gd name="adj" fmla="val 50000"/>
            </a:avLst>
          </a:prstGeom>
          <a:solidFill>
            <a:srgbClr val="B5E033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5E033"/>
                </a:solidFill>
              </a:rPr>
              <a:t>PLATFORM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3232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retained user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Credits only paid on completed rides — no upfront burn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CLTV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3232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Explorer vs single-vertical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Rides + Freight + Services vs rides-only 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GMV per Pass user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Higher tier = more frequent rides + cross-vertical spend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3232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payback on Pass cost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4315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5% cashback earned back in ride volume by month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50749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166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Pass is not a cost center — it is a demand-generation engine. The credits inDrive gives back are funded by the GMV of rides already completed. Every percentage point of cashback is recouped many times over in reduced re-acquisition spend and cross-vertical GMV.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D7F32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0E13"/>
                </a:solidFill>
              </a:rPr>
              <a:t>I Built This. Milestone Incentives, Cross-Category Adoption,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0E13"/>
                </a:solidFill>
              </a:rPr>
              <a:t>Credit-Based Retention — All Shipped at PhonePe.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0B0E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Milestone incentive engine: B2B merchants earning fee waivers by hitting TPV + TPC goals — same milestone-to-reward architecture as inDrive Pass tier progression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7706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ML propensity scoring replacing ₹1,000+ Cr/yr static rules — identical to Pass tier segmentation: higher-frequency users get higher cashback, lower-frequency get activation offers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3924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Dynamic cart incentivization on Pincode: AOV milestone engine with context-aware triggers — same as Pass's "1 ride to Gold" nudge at near-milestone moment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40142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Rebuilt ₹100 Cr/yr rewards portfolio with audience segmentation and brand self-serve tooling — same multi-partner cross-vertical engagement logic as Pass Explorer milestones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6360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A/B tested Rent Waiver vs Cashback mechanic: Waiver drove 34% higher goal completion — directly validates Pass cashback architecture over flat discount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Maps to inDrive JD requirements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"Build growth loops for the product portfolio" → Pass is inDrive's first closed growth loop: ride → earn credits → ride again → tier up → adopt new vertical → Explorer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7706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"Translate behavior insights into segmented programmable journeys" → Pass tier segmentation by ride frequency; Explorer milestone by cross-vertical behavior signal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33924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"Cross sell, upsell, and retention" → Explorer challenge is the cross-sell mechanic; Gold tier is the upsell; credits balance is the retention mechanism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40142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"Partner with ML/DS for personalization at scale" → Tier qualification, milestone nudge timing, and credit calibration all require ML signals I have shipped in production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46360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"Identify, size and prioritize growth opportunities" → Pass addresses the highest-ROI retention gap; sized against re-acquisition CAC and cross-vertical CLTV uplift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562356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0B0E1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96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"The milestone-to-reward engine, the tier progression, the cross-category adoption mechanic — these are not concepts. I shipped each of them at PhonePe across 350M MAU."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 Phases — From Bronze Pilot to Full Explorer Launch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Bronze + Silver 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Launch inDrive Pass in 1 market: Bronze (5 rides / 5% back) + Silver (10 rides / 8% back)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Instrument: Pass subscriber vs non-subscriber retention, ride frequency, churn at 30/60/90 days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A/B test: Pass offer shown on home vs organic discovery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Calibrate cashback % against GMV data to ensure positive unit economics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 + Explorer Mechanic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Launch Gold tier (15 rides / 12% back) + BidBand Band 3 default for Gold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Deploy cross-vertical milestone tracker: Freight + Services pillars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Tune milestone nudge timing (ride 13, 14, 15 proximity nudges)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Expand to 3 markets using pilot learnings on cashback calibration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E033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Explorer + Global Rollout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Launch Explorer tier (All-Access / 15% back / priority matching / 6-mo rollover)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Integrate Pass credits across Rides, Freight, and Services in one unified wallet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Roll out globally — adapt cashback % by market based on average fare 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Pass as onboarding hook: first-ride Pass trial to reduce new user churn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120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66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What I need to build this: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440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Ride frequency + GMV data per user cohort  ·  DS partner for cashback unit economics calibration  ·  1 backend eng for credits wallet + tier API  ·  Alignment with Freight + Services PMs on cross-vertical milestone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2026-05-24T12:30:33Z</dcterms:created>
  <dcterms:modified xsi:type="dcterms:W3CDTF">2026-05-24T12:30:33Z</dcterms:modified>
</cp:coreProperties>
</file>