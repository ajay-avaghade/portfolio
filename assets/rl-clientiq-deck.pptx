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6858000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7059168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7260336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00000">
            <a:off x="7461504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100000">
            <a:off x="7662672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100000">
            <a:off x="7863840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100000">
            <a:off x="8065008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100000">
            <a:off x="8266176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320040"/>
            <a:ext cx="1645920" cy="292608"/>
          </a:xfrm>
          <a:prstGeom prst="rect">
            <a:avLst/>
          </a:prstGeom>
          <a:solidFill>
            <a:srgbClr val="7D2027"/>
          </a:solidFill>
          <a:ln w="12700">
            <a:solidFill>
              <a:srgbClr val="7D20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400" kern="0" dirty="0">
                <a:solidFill>
                  <a:srgbClr val="FFFFFF"/>
                </a:solidFill>
              </a:rPr>
              <a:t>RALPH LAUREN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11480" y="1325880"/>
            <a:ext cx="45720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2801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 ClientIQ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594360" y="202996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Every Associate Into a Personal Stylist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9436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Presented by Ajay Avaghade  ·  Growth &amp; Monetization PM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5120640"/>
            <a:ext cx="2286000" cy="1463040"/>
          </a:xfrm>
          <a:prstGeom prst="rect">
            <a:avLst/>
          </a:prstGeom>
          <a:solidFill>
            <a:srgbClr val="7D2027"/>
          </a:solidFill>
          <a:ln w="12700">
            <a:solidFill>
              <a:srgbClr val="7D20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5257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583680" y="583387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avg basket uplift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with ClientIQ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Ralph Lauren Corporation  ·  Clienteling &amp; Retail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Associates Fly Blind — and High-Value Customers Walk 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0604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029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21208" y="26334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Purchase history visible at POS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Associates greet VIP customers with zero context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0604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46120" y="2029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55848" y="26334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Wishlist surfaced during a visit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Items customers want sit idle in digital lists, never shown in-store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0604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80760" y="2029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90488" y="26334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Cross-sell missed in-store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Associates recommend on intuition — not on the customer's actual style profile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572000"/>
            <a:ext cx="8321040" cy="868680"/>
          </a:xfrm>
          <a:prstGeom prst="rect">
            <a:avLst/>
          </a:prstGeom>
          <a:solidFill>
            <a:srgbClr val="7D2027"/>
          </a:solidFill>
          <a:ln w="12700">
            <a:solidFill>
              <a:srgbClr val="7D20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645152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Root cause: The associate relationship is the brand's greatest asset — but it is entirely context-free. ClientIQ puts every customer's LTV, purchase history, size profile, and wishlist into the associate's hands at the moment of greeting.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D2027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Service Burns Relationships. Context-Driven Service Builds Them.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3657600" cy="3291840"/>
          </a:xfrm>
          <a:prstGeom prst="rect">
            <a:avLst/>
          </a:prstGeom>
          <a:solidFill>
            <a:srgbClr val="F0EAE0"/>
          </a:solidFill>
          <a:ln w="12700">
            <a:solidFill>
              <a:srgbClr val="D8D0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2027"/>
                </a:solidFill>
              </a:rPr>
              <a:t>Without ClientIQ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385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Associate has no customer context at greeting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77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Recommends by gut feel — misses actual size and style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8163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Wishlist items sit unseen — customer leaves without them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325526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Lost sale is invisible — no recovery mechanism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36941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VIP customer gets the same experience as a walk-in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33088" y="274320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33088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97764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54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With ClientIQ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938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Customer 360 loaded on QR scan — LTV, history, sizes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377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Recommends from actual wishlist + style profile on file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8163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In-store wishlist lookup + instant stock check by size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32552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Ship-to-home closes the sale even if stock is out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6941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VIP customers receive the personalised service they deserve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919472"/>
            <a:ext cx="832104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96519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</a:rPr>
              <a:t>Key insight: The most loyal Ralph Lauren customers already share their style data through digital channels — ClientIQ is simply the bridge that surfaces it at the point of human connection.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ClientIQ Works — Five Moments That Change the Sale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04672" y="1463040"/>
            <a:ext cx="0" cy="4114800"/>
          </a:xfrm>
          <a:prstGeom prst="line">
            <a:avLst/>
          </a:prstGeom>
          <a:noFill/>
          <a:ln w="12700">
            <a:solidFill>
              <a:srgbClr val="C9A84C">
                <a:alpha val="50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307592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Arrives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Associate opens ClientIQ. Scans QR code from loyalty card or app. Customer 360 loads in under 2 seconds — no login required.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Instant Context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377440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LTV, last 3 purchases, saved sizes, wishlist items, and NPS score all visible. Associate greets by name with genuine product intelligence.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88720" y="2944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Wishlist Lookup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21868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Associate surfaces wishlist items and checks in-store stock by exact size. FIND button shows aisle, rack, floor — or triggers ship-to-home.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31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88720" y="37856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 Match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059936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AI suggests complementary items based on purchase history and current season. Associate can pull items for a fitting room with a single tap.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672584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72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46268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Sale Closed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4901184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Transaction logged back to customer profile. NPS prompt sent 24h later. Manager dashboard updates basket uplift and loyalty enrollment KPIs.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5650992"/>
            <a:ext cx="83210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70585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84C"/>
                </a:solidFill>
              </a:rPr>
              <a:t>PhonePe proof: ML propensity + real-time user profiling at 350M MAU scale — same core mechanic as ClientIQ, applied to digital payments. Drove 22% checkout conversion lift.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D2027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Screens — Built and Validated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1993392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70432"/>
            <a:ext cx="1993392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Associate Home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084832"/>
            <a:ext cx="1755648" cy="18745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Sophie — SoHo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14 visitors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$4.2K basket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3 appts today│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└──────────────┘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Daily summary: visitor queue, basket target, today's appointments. Persistent greeting card surfaces VIP context before the customer enters.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1170432"/>
            <a:ext cx="1993392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170432"/>
            <a:ext cx="1993392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360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2084832"/>
            <a:ext cx="1755648" cy="18745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Alexandra Chen│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PURPLE LABEL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LTV $12,847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47 orders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Size: US 4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└──────────────┘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633472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Full profile on scan: LTV, order count, NPS, size profile chips, 3-item purchase history, 2-item wishlist with FIND buttons.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18304" y="1170432"/>
            <a:ext cx="1993392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18304" y="1170432"/>
            <a:ext cx="1993392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8032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 Match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28032" y="2084832"/>
            <a:ext cx="1755648" cy="18745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Cashmere V-Neck│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$695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✓ In store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Floor 2, B4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[Retrieve]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└──────────────┘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809744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Wishlist item card with real-time availability across in-store, sister stores, DC, and online. Retrieve-in-store and ship-to-home action buttons.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94576" y="1170432"/>
            <a:ext cx="1993392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94576" y="1170432"/>
            <a:ext cx="1993392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4304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04304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Manager Dashboard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04304" y="2084832"/>
            <a:ext cx="1755648" cy="18745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31736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+28% basket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84% usage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Sophie  +$1.8K│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Marco   +$1.2K│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└──────────────┘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986016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Store ops view: basket uplift, ClientIQ usage %, ship-to-home rate, loyalty enrollment. Associate leaderboard with revenue impact and adoption nudges.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550468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4"/>
                </a:solidFill>
              </a:rPr>
              <a:t>Interactive prototype: rl-clientiq-prototype.html  ·  All 4 screen states live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Impact — Built on PhonePe Proof 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023360" cy="274320"/>
          </a:xfrm>
          <a:prstGeom prst="rect">
            <a:avLst/>
          </a:prstGeom>
          <a:solidFill>
            <a:srgbClr val="7D2027"/>
          </a:solidFill>
          <a:ln w="12700">
            <a:solidFill>
              <a:srgbClr val="7D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</a:rPr>
              <a:t>CUSTOMER &amp; ASSOCIATE IMPACT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550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+28%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165506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basket size per visit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9842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vs. visits without ClientIQ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5146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694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00200" y="256946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Wishlist-to-purchase conversion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8986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Items surfaced in-store vs. dormant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4290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838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00200" y="348386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Loyalty enrollment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813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Associate-prompted vs. self-serve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3434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43982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00200" y="439826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Lost sales from stock-out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47274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Ship-to-home closes the gap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188720"/>
            <a:ext cx="40233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</a:rPr>
              <a:t>RALPH LAUREN — BUSINESS ROI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16002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6550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+$420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989320" y="16550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 per VIP store visit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19842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Purple Label / Collection tiers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5146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25694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989320" y="25694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Associate adoption rate (week 4)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28986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PhonePe parallel: ML tool adoption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4290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34838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989320" y="34838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Ship-to-home orders as share of visits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38130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Zero lost sales from stockout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43434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43982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18mo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5989320" y="43982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Payback period on dev investment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89320" y="47274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Basket uplift alone covers build cost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5440680"/>
            <a:ext cx="8321040" cy="502920"/>
          </a:xfrm>
          <a:prstGeom prst="rect">
            <a:avLst/>
          </a:prstGeom>
          <a:solidFill>
            <a:srgbClr val="7D2027"/>
          </a:solidFill>
          <a:ln w="12700">
            <a:solidFill>
              <a:srgbClr val="7D20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54864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ClientIQ turns every in-store visit from a single transaction into a relationship event — compounding LTV across every subsequent visit.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D2027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Built This. Here's the Parallel.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4023360" cy="4297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What I Built at PhonePe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Propensity-to-Transact ML models scoring 350M+ users in real time — replacing manual cohort selection with user-level targeting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End-to-end payment offers surfacing + redemption UX redesign — cross-functional delivery across Tech, UX, Finance, Legal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309067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Dynamic cart incentivisation engine for Pincode Q-commerce — context-aware triggers across cart value, user intent, time signals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3803904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500+ brand partners onboarded on self-serve campaign platform — audience segmentation + ML-driven marketplace tooling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4517136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Result: 22% checkout conversion lift, 32% marketing burn reduction, 35% AOV uplift, 26% user engagement increase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023360" cy="4297680"/>
          </a:xfrm>
          <a:prstGeom prst="rect">
            <a:avLst/>
          </a:prstGeom>
          <a:solidFill>
            <a:srgbClr val="EDE8E0"/>
          </a:solidFill>
          <a:ln w="12700">
            <a:solidFill>
              <a:srgbClr val="D8D0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61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2027"/>
                </a:solidFill>
              </a:rPr>
              <a:t>How It Maps to This Role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6420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✓  User-level ML targeting at scale  →  ClientIQ customer 360 personalisation engine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92040" y="2377440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✓  Cross-functional PM (Tech/UX/Finance/Legal)  →  RL product org (Tech, Store Ops, Loyalty, CRM)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309067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✓  Dynamic incentivisation engine  →  Real-time wishlist + product match recommendation surface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3803904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✓  Self-serve brand campaign platform  →  Associate-facing clienteling tool with adoption tracking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4517136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✓  Checkout conversion + GMV metrics  →  Basket uplift, loyalty enrollment, ship-to-home rate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5577840"/>
            <a:ext cx="8321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6235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</a:rPr>
              <a:t>"The data infrastructure for ClientIQ already exists inside Ralph Lauren — I know how to wire it to the associate experience because I built the equivalent at scale."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Launch — 6-Month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2633472" cy="32461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70432"/>
            <a:ext cx="263347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9496" y="1572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1–2: Pilot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496" y="1993392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Deploy ClientIQ to 10 associates across 2 flagship stores (SoHo + 5th Ave). Instrument basket uplift, wishlist conversion, and loyalty enrollment. Benchmark vs. control group associates without ClientIQ.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1170432"/>
            <a:ext cx="2633472" cy="32461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170432"/>
            <a:ext cx="263347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92424" y="1572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3–4: Scale + Iterate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92424" y="1993392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Roll out to all 50+ associates across pilot stores. Tune ML recommendation model on real purchase data. Launch Manager Dashboard with adoption leaderboard. A/B test ship-to-home CTA placement.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1170432"/>
            <a:ext cx="2633472" cy="32461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170432"/>
            <a:ext cx="263347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Phase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45352" y="1572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5–6: Full Rollout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5352" y="1993392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Expand to all North America flagship stores. Integrate with loyalty CRM and RFID inventory systems. Launch push-nudge engine for associates approaching basket targets.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590288"/>
            <a:ext cx="8321040" cy="841248"/>
          </a:xfrm>
          <a:prstGeom prst="rect">
            <a:avLst/>
          </a:prstGeom>
          <a:solidFill>
            <a:srgbClr val="7D2027"/>
          </a:solidFill>
          <a:ln w="12700">
            <a:solidFill>
              <a:srgbClr val="7D20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 Need to Build This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93776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DDD"/>
                </a:solidFill>
              </a:rPr>
              <a:t>Access to loyalty CRM and purchase history API  ·  1 iOS engineer for associate app  ·  1 UX designer  ·  Alignment with Store Ops on associate workflow  ·  Pilot budget for 2 flagship stores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Ajay Avaghade  ·  avaghadeajay009@gmail.com  ·  +91 9561558439  ·  linkedin.com/in/ajay-avaghade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2026-05-22T17:52:57Z</dcterms:created>
  <dcterms:modified xsi:type="dcterms:W3CDTF">2026-05-22T17:52:57Z</dcterms:modified>
</cp:coreProperties>
</file>