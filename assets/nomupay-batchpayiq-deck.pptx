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68580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0"/>
            <a:ext cx="36576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-731520"/>
            <a:ext cx="2743200" cy="27432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0" y="4572000"/>
            <a:ext cx="1645920" cy="164592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NOMUPAY  ·  MERCHANT EXPERIENCE  ·  Case Study 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83280" y="8229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</a:rPr>
              <a:t>BatchPayIQ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383280" y="219456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Transparent Batch Payout Processing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with Real-Time Per-Transaction Visibility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83280" y="3246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Ajay Avaghade  ·  Product Manager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57200"/>
            <a:ext cx="54864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14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97.8%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868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First-pass settlement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success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011680"/>
            <a:ext cx="54864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↓ 40%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Payout support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tickets eliminated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54864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20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3x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Faster reconciliation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vs manual CSV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Live Prototype: ajay-avaghade.github.io/Portfolio/nomupay-batchpayiq-prototype.html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Merchants Submit Batch Payouts and Wait — No Visibility, No Self-Service, No Way to Fix Failures Before They Cascade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51760" cy="370332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563EB"/>
                </a:solidFill>
              </a:rPr>
              <a:t>~50%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Payout queries are status requests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4290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Half of all merchant support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tickets ask: "Where is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my payment?" (Kyriba 2022)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51760" cy="37033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20240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9E0B"/>
                </a:solidFill>
              </a:rPr>
              <a:t>38%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3832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Batch failures caused by IBAN errors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4290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IBAN format errors are the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top B2B batch failure type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across EU platforms (SWIFT 2022)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51760" cy="3703320"/>
          </a:xfrm>
          <a:prstGeom prst="rect">
            <a:avLst/>
          </a:prstGeom>
          <a:solidFill>
            <a:srgbClr val="111827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920240"/>
            <a:ext cx="265176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10312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2626"/>
                </a:solidFill>
              </a:rPr>
              <a:t>Hours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21792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Manual reconciliation time per batch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342900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Finance teams manually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cross-reference CSVs across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</a:rPr>
              <a:t>acquirers after every batch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833872"/>
            <a:ext cx="8412480" cy="804672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5916168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Root cause: Batch payouts are treated as black boxes. The merchant uploads a CSV and waits — with no visibility into per-transaction status, no self-serve correction of failures, and no automated reconciliation output. Every question becomes a support ticket. Every error is discovered hours too late.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120"/>
                </a:solidFill>
              </a:rPr>
              <a:t>A Batch Payout Is Not a Black Box. It Is 842 Individual Decisions That Merchants Deserve to See in Real Time.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931920" cy="4160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DC2626"/>
                </a:solidFill>
              </a:rPr>
              <a:t>TODAY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✗  Upload CSV — no pre-validation before submission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7706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✗  Submit 847 rows — no per-transaction confirmation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34670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✗  Wait hours — no status visibility during processing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9227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✗  Failure discovered at settlement: "5 rows failed" — no detail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498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✗  Manual correction: re-export, edit CSV, re-upload entire batch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1D1D"/>
                </a:solidFill>
              </a:rPr>
              <a:t>✗  Reconciliation: cross-reference 3 acquirer CSVs manually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1691640"/>
            <a:ext cx="3931920" cy="4160520"/>
          </a:xfrm>
          <a:prstGeom prst="rect">
            <a:avLst/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</a:rPr>
              <a:t>BatchPayIQ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E3B"/>
                </a:solidFill>
              </a:rPr>
              <a:t>✓  Upload CSV — instant pre-validation: 842 valid, 5 flagged with reason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0" y="277063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E3B"/>
                </a:solidFill>
              </a:rPr>
              <a:t>✓  Submit 842 rows — per-transaction status grid, live during processing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0" y="334670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E3B"/>
                </a:solidFill>
              </a:rPr>
              <a:t>✓  Real-time: Row 23 failed (invalid IBAN) — AI suggests corrected value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0" y="39227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E3B"/>
                </a:solidFill>
              </a:rPr>
              <a:t>✓  1-click: Review correction, confirm, retry — resolved in 90 seconds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0" y="44988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E3B"/>
                </a:solidFill>
              </a:rPr>
              <a:t>✓  Completion: 842/842 settled — auto-reconciliation CSV ready to download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5074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4E3B"/>
                </a:solidFill>
              </a:rPr>
              <a:t>✓  Zero manual reconciliation — ERP export on batch completion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5989320"/>
            <a:ext cx="8412480" cy="6858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60624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</a:rPr>
              <a:t>Key insight: Pre-validation before submission eliminates 38% of failures before they reach the payment network. The remaining failures are caught in real time with 1-click correction — not discovered at month-end during manual reconciliation. Source: SWIFT Payment Failure Analysis 2022.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F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Five Steps from Upload to Settlement — Zero Black Box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5544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Pre-Submission Validation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CSV uploaded. BatchPayIQ runs instant validation: IBAN format check, BIC/SWIFT lookup, currency support verification, daily limit checks. Output: 842 valid rows, 5 flagged with specific error type and suggested fix. Merchant can fix and re-upload or proceed with valid rows only.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29968" y="1417320"/>
            <a:ext cx="15544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121408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21408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Per-Transaction Status Grid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21408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Batch submitted. Real-time status grid shows every row: Settled (green), Processing (blue), Pending (grey), Failed (red). Filter by status. Auto-refresh every 10 seconds. Progress bar shows batch completion %. No waiting in the dark.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39896" y="1417320"/>
            <a:ext cx="15544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831336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31336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 Detail + 1-Click Retry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31336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Failed row tapped: full detail (recipient, amount, reference, acquirer, failure reason in plain English). AI-suggested correction (e.g. corrected IBAN format). Merchant edits field, confirms, BatchPayIQ retries via optimal acquirer route. 90-second resolution end-to-end.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49824" y="1417320"/>
            <a:ext cx="15544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9824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541264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41264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Settlement Confirmation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41264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Batch complete: confetti, summary card (842 settled, 5 retried, 0 final failures). Breakdown by acquirer (Stripe, Adyen, PayU). Total volume confirmed. One-tap download: reconciliation CSV + bank statement PDF.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59752" y="1417320"/>
            <a:ext cx="155448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9752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7251192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51192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Analytics + Auto-Recon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51192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94A3B8"/>
                </a:solidFill>
              </a:rPr>
              <a:t>Batch analytics dashboard: success rate trend, average processing time, failure reason breakdown. AI insight: "38% of failures are IBAN-format errors — enable pre-submission IBAN API to eliminate these entirely." Auto-reconciliation rules: export to ERP on completion.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6492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PhonePe proof: Campaign ops redesign reduced 2-day manual workflow to 30-minute TAT — same operational visibility and self-serve correction pattern. Self-serve PG platform: merchants onboard without ops team involvement — same 0-to-live self-service philosophy.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120"/>
                </a:solidFill>
              </a:rPr>
              <a:t>5 Screen States — Batch Upload to Settlement Analytics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554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120"/>
                </a:solidFill>
              </a:rPr>
              <a:t>Upload + Validation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B5563"/>
                </a:solidFill>
              </a:rPr>
              <a:t>847 rows detected. Pre-validation: 842 valid, 5 flagged. Each flagged row shows: row number, recipient, amount, error type. Options: Fix and re-upload or submit 842 valid rows. Total value: £847,280.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29968" y="1417320"/>
            <a:ext cx="1554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29968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121408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21408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120"/>
                </a:solidFill>
              </a:rPr>
              <a:t>Processing Grid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21408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B5563"/>
                </a:solidFill>
              </a:rPr>
              <a:t>Batch #BP-20240624 in progress. Progress bar 73%. Status grid: Settled 614 (green), Processing 198 (blue), Failed 30 (red). Filter chips. Auto-refresh every 10s. Tap any failed row to enter correction flow.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39896" y="1417320"/>
            <a:ext cx="1554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9896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831336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31336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120"/>
                </a:solidFill>
              </a:rPr>
              <a:t>Failed Row + Retry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31336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B5563"/>
                </a:solidFill>
              </a:rPr>
              <a:t>Row 23: Acme Supplies — INVALID_IBAN_FORMAT. Plain English: "IBAN format does not match Nationwide UK." AI suggestion: corrected IBAN pre-filled. Edit, confirm, retry. 90-second resolution timeline visible.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49824" y="1417320"/>
            <a:ext cx="1554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9824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5541264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41264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120"/>
                </a:solidFill>
              </a:rPr>
              <a:t>Batch Complete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41264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B5563"/>
                </a:solidFill>
              </a:rPr>
              <a:t>Confetti. £847,280 settled. 837 first-pass + 5 retried = 0 final failures. Breakdown by acquirer (Stripe £468K, Adyen £284K, PayU £95K). Download reconciliation CSV + bank statement PDF.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59752" y="1417320"/>
            <a:ext cx="15544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9752" y="1417320"/>
            <a:ext cx="155448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7251192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05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251192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120"/>
                </a:solidFill>
              </a:rPr>
              <a:t>Batch Analytics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51192" y="2697480"/>
            <a:ext cx="1371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4B5563"/>
                </a:solidFill>
              </a:rPr>
              <a:t>Monthly: 12 batches, £2.3M, 97.8% success rate. 8-week success rate chart. Failure analysis: IBAN 38%, insufficient funds 22%, currency issues 18%. AI insight on IBAN prevention.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Prototype: ajay-avaghade.github.io/Portfolio/nomupay-batchpayiq-prototype.html  ·  All 5 states interactive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Industry Benchmarks Applied to Nomupay Batch Volume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507492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393192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MERCHANT IMPACT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97.8%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First-pass settlement success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Bottomline B2B Payments Benchmark 2023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↓ 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Support tickets for payout status queries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764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Kyriba Treasury Management Survey 2022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↑ 3x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Faster reconciliation vs manual CSV process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8280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Gartner Finance Automation 2023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↓ 38%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Failure rate via pre-submission IBAN validation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58795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SWIFT Payment Failure Analysis 2022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1417320"/>
            <a:ext cx="3931920" cy="507492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417320"/>
            <a:ext cx="39319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5544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NOMUPAY ROI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20116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↓ 40%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2920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Support headcount needed for batch payout ops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27249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Ticket deflection from real-time visibility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29200" y="3063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↑ NPS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2920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Merchant satisfaction (transparency = trust)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7764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No batch-result surprise at month-end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0" y="41148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02920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Manual interventions for IBAN-format failures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48280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Pre-submission validation eliminates category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29200" y="51663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Stickiness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029200" y="5623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BatchPayIQ as platform lock-in mechanic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0" y="58795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Source: Merchants tied to BatchPayIQ analytics history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Shape 2"/>
          <p:cNvSpPr/>
          <p:nvPr/>
        </p:nvSpPr>
        <p:spPr>
          <a:xfrm>
            <a:off x="4544568" y="0"/>
            <a:ext cx="54864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274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563EB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6400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 Built the Exact Operational Pattern BatchPayIQ Requires.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Here Is the Direct Map.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39319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85623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Campaign ops redesign: identified 6 bottlenecks across campaign workflow, scoped system integrations, shipped with Engineering — TAT 2 days to 30 minutes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17830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8308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89280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→  BatchPayIQ pre-validation + real-time grid: same operational bottleneck analysis applied to batch payout workflow — "where did this fail and how do I fix it right now?"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39319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04495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Self-serve PG integration platform (0 to 1): led cross-functional delivery with 3 bank partners, legal, compliance, finance — 5,000+ merchants onboard without ops team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29718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97180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08152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→  BatchPayIQ self-serve correction flow: merchants resolve IBAN errors and retry without contacting Nomupay support — same self-serve philosophy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4160520"/>
            <a:ext cx="39319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423367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Propensity-to-Transact ML models: wrote product spec for real-time scoring system, worked with Data Science on feature engineering, shipped to production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416052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416052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427024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→  BatchPayIQ AI-suggested corrections: same real-time data intelligence pattern — AI reads IBAN, detects format error, suggests corrected value before human notices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5349240"/>
            <a:ext cx="393192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542239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Milestone A/B test: full funnel instrumentation, cohort reading, statistical significance check — 60% activation uplift translated into platform-wide architecture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534924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5349240"/>
            <a:ext cx="40233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545896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</a:rPr>
              <a:t>→  BatchPayIQ analytics: same metrics ownership — success rate trend, failure category analysis, AI recommendation loop closing the quality improvement cycle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6492240"/>
            <a:ext cx="8595360" cy="27432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651052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BatchPayIQ is the direct productisation of operational efficiency and self-serve platform work I have already shipped at scale.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Three Phases — Pilot Batch Volume to Global Payout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5176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26517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Phase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" y="19933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 1–2: Pilot (10 enterprise merchants)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Deploy BatchPayIQ to 10 merchants with highest batch payout volume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Enable pre-submission IBAN validation and per-transaction status grid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4160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Instrument: ticket deflection rate, failure-to-retry conversion, reconciliation time saved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4983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Measure success rate before/after pre-validation (control: current batch flow)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54680" y="1417320"/>
            <a:ext cx="265176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1417320"/>
            <a:ext cx="265176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319272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Phase 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19272" y="19933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 3–4: Scale + AI Validation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Expand to 100 merchants — add BIC/SWIFT lookup and currency validation to pre-submission checks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19272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Launch AI-suggested corrections for top 3 failure types (IBAN, name mismatch, currency)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19272" y="4160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Enable auto-reconciliation export (CSV + PDF) on batch completion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19272" y="4983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A/B test pre-validation gate (mandatory vs advisory) on failure rate and merchant satisfaction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89320" y="1417320"/>
            <a:ext cx="2651760" cy="5120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417320"/>
            <a:ext cx="2651760" cy="640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6153912" y="15361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9669"/>
                </a:solidFill>
              </a:rPr>
              <a:t>Phase 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53912" y="1993392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 5–6: Platform Rollout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53912" y="2514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Roll out BatchPayIQ to all Nomupay merchants processing batch payouts globally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53912" y="33375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Launch batch analytics dashboard with failure trend analysis and AI improvement recommendations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53912" y="4160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Introduce auto-reconciliation rules: ERP integration on batch completion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53912" y="49834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4A3B8"/>
                </a:solidFill>
              </a:rPr>
              <a:t>·  Target: 97%+ first-pass success rate, 40% payout ticket reduction, 3x reconciliation speed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6492240"/>
            <a:ext cx="8503920" cy="274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" y="652881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What I need to start: Batch payout transaction data schema  ·  IBAN validation API access  ·  1 backend engineer (status grid + reconciliation export)  ·  Merchant Success team on ticket category taxonomy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6702552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Ajay Avaghade  ·  avaghadeajay009@gmail.com  ·  +91 9561558439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2026-07-02T16:43:42Z</dcterms:created>
  <dcterms:modified xsi:type="dcterms:W3CDTF">2026-07-02T16:43:42Z</dcterms:modified>
</cp:coreProperties>
</file>