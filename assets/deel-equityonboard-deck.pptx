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34D3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4D399"/>
                </a:solidFill>
              </a:rPr>
              <a:t>DEEL · EQUITY PRODUCT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EquityOnboard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AI-Guided Equity Expansion to New Geographies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Compliance gap analysis + country sub-plan scaffold in hours, not weeks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Presented by Ajay Avaghade · Senior PM, Equity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00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wks → 4 hrs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new country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equity expansion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EquityOnboard ·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4919472"/>
            <a:ext cx="37490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F6FC"/>
                </a:solidFill>
              </a:rPr>
              <a:t>Every New Country Is a 3-Week Compliance Research Project — Blocking Equity Expansion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Countries where Deel operates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Equity offered in a fraction — each new country requires securities law, tax treatment, and sub-plan research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weeks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Manual compliance research per country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Compliance analyst reads securities law, maps to equity plan, drafts sub-plan, routes for legal review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Expansion requests blocked or delayed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Companies drop equity expansion plans because ops complexity is too high — costing Deel upsell opportunities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Root cause: Expanding equity to a new country requires reading securities law, tax treatment, sub-plan drafting, and legal review — all done manually, from scratch, every time. The compliance knowledge exists inside Deel's team but is not productised.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Deel Already Has the Compliance Knowledge. EquityOnboard Productises It.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Manual Process (Today)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Compliance analyst manually researches securities law for the target country from scratch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Tax treatment mapped by hand — Income Tax Act, withholding rules, perquisite definitions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Sub-plan drafted in Word doc, routed via email for legal review (2-3 rounds typical)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Companies wait 3+ weeks to learn if equity expansion is even feasible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Same research happens again for every subsequent expansion — no reuse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548640" cy="41148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0FDF9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EquityOnboard (Proposed)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AI engine queries Deel's codified country compliance ruleset (built once, updated continuously)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Gap analysis in minutes: AI maps company's equity plan against country requirements, flags exact gaps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Sub-plan scaffold auto-generated: compliant sections pre-drafted, action items for legal clearly marked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Legal team only reviews flagged gaps — not full document from scratch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Knowledge compounds: each new country enriches the ruleset for all future expansions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Key insight: Deel's compliance team already knows every country's equity rules. EquityOnboard encodes that knowledge into a queryable ruleset — so it runs in 4 hours instead of 3 weeks, and gets better with every new country added.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MECHANIC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4 Hours From Decision to Legal-Ready Sub-Plan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24128"/>
            <a:ext cx="420624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Country Selection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HR admin selects target country from expansion picker. AI surfaces complexity rating (Low/Medium/High), estimated gap count, and time-to-launch estimate.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46304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24128"/>
            <a:ext cx="420624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AI Gap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9696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Engine maps company's equity plan type (RSU / ESOP / SAR) against Deel country compliance ruleset. Outputs: met requirements, gap count, blocker vs. advisory flags.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9312" y="2011680"/>
            <a:ext cx="146304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1024128"/>
            <a:ext cx="420624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Sub-Plan Scaffold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58768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AI generates draft sub-plan sections: grant eligibility, vesting rules, tax withholding mechanics, exercise/sale procedures. Compliant sections pre-drafted. Gaps marked for legal.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58384" y="2011680"/>
            <a:ext cx="146304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24128"/>
            <a:ext cx="420624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Legal Routing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Draft sub-plan sent to Deel's compliance team with flagged action items pre-highlighted. Legal reviews gaps only (not full document). Average review: 2–4 hours.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77456" y="2011680"/>
            <a:ext cx="146304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0688" y="1024128"/>
            <a:ext cx="420624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78624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Live + Reusable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Approved sub-plan stored in Deel's country ruleset for future expansions. Next company expanding to same country gets 80% pre-filled. Knowledge compounds over time.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169664"/>
            <a:ext cx="8449056" cy="585216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PhonePe proof: Built Kotak Cherry WealthTech (Founding PM) — zero-to-one product launch with MVP scoping, UX research, Compliance + Legal co-ownership, and GTM execution → 100K+ downloads in launch window. Direct parallel: regulated 0→1 product delivery.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4 Key Screens — Select, Analyse, Generate, Approve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Country Picker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Country cards with complexity badges (Low/Medium/High), estimated gap count, and time-to-launch. Recommended next markets surfaced based on demand signals from Deel sales data.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23744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987552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15184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AI Gap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Progress bar (6/9 requirements met). Met requirements shown in green. Gaps colour-coded: Blocker (red) vs Advisory (orange). One-tap to generate sub-plan from gaps found.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0016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987552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Sub-Plan Ready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Draft scaffold sections listed: Grant Eligibility, Vesting Rules, Tax Mechanics — all compliant sections pre-drafted. 2 action items flagged for legal in orange. Download PDF or send to legal queue.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76288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987552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Approval Queue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Compliance team's work queue: India (In Review, assigned), Brazil (Queued), Nigeria (Queued). Stats: 3 awaiting, 5 approved this month, 4hr avg review time.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3342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Interactive prototype: deel-equityonboard-prototype.html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IMPACT &amp; ROI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Every New Country Unlocked Is a New Revenue Line for Deel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D399"/>
                </a:solidFill>
              </a:rPr>
              <a:t>SPEED &amp; EFFICIENCY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wks → 4 hrs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New country equity expansion time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Pre-filled sub-plan scaffold for legal review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rework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Compliance knowledge reused across all customers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5× faster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Legal review time (gaps only, not full document)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</a:rPr>
              <a:t>REVENUE IMPACT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 countries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Equity expansion addressable per year (vs. 6 manual)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$250K+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Average Deel ACV per enterprise equity customer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$7.5M+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Incremental ARR potential (30 new countries × ACV)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blocked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Expansion requests due to compliance complexity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PROOF OF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I've Launched Regulated Financial Products from Zero — Twice.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What I Built at PhonePe &amp; Kotak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1. Kotak Cherry WealthTech (Founding PM, 0→1): scoped MVP, led UX research, co-owned GTM with Compliance + Legal, shipped regulated investment product → 100K+ downloads in launch window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2. Self-serve merchant onboarding at PhonePe: built PG integration platform with T&amp;C, consent, and regulatory flows — regulated financial product at scale (5,000+ B2B merchants)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3. Built zero-to-one platforms twice in complex, compliance-heavy domains (fintech, payments)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4. Cross-functional delivery: Compliance, Legal, Finance, Ops as core stakeholders on every project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5. KPI instrumentation and success metrics defined before build began — not after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0FDF9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How It Maps to This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Kotak Cherry 0→1 launch → EquityOnboard 0→1 build: same problem — launch a regulated financial product from scratch with Compliance and Legal as co-owners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Self-serve merchant onboarding → EquityOnboard wizard: same UX pattern — guided setup with compliance guardrails built 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Regulated domain experience → Equity product requires deep Compliance + Legal integration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Compliance + Legal as core stakeholders → EquityOnboard routes directly to Deel compliance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KPI-first product → Expansion velocity, legal review TAT, countries live per quarter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02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4D399"/>
                </a:solidFill>
              </a:rPr>
              <a:t>"I've launched two regulated financial products from zero. EquityOnboard is the third — and I know exactly how to get it through Compliance."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EquityOnboard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ROLLOUT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Start with Top 10 Demand Countries, Scale to 150+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Top 10 Countries + Core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Codify compliance ruleset for top 10 demand countries (India, Brazil, UAE, SG, UK, DE, AU, CA, FR, NL). Build gap analysis engine and sub-plan scaffold generator. Instrument expansion velocity KPI.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3–4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Self-Serve Wizard + Legal Routing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Launch country picker UX, AI gap analysis wizard, and sub-plan generation. Build legal review queue with flagged action items. A/B test 4-hour TAT vs. baseline.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5–6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192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Scale to 50+ Countries + Knowledge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Expand ruleset to 50+ countries. Build knowledge compounding: each approved sub-plan enriches ruleset for future. Integrate with EquityPulse for end-to-end country launch.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Access to Deel's existing country compliance knowledge base  ·  Compliance team input on gap classification framework  ·  Legal team alignment on sub-plan review workflow  ·  1 backend engineer (ruleset engine + generation API)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Ajay Avaghade  ·  avaghadeajay009@gmail.com  ·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2026-05-26T19:42:03Z</dcterms:created>
  <dcterms:modified xsi:type="dcterms:W3CDTF">2026-05-26T19:42:03Z</dcterms:modified>
</cp:coreProperties>
</file>