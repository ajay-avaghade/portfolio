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_SLIDE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F172A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828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44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HALA PAYFLOW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400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Unified Operations &amp; Cash Flow Predictor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Prepared by: Ajay Avaghade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RECONCILIATION NIGHTMARE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1. Fragmented Ecosystem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SMEs use one system for POS sales, another for vendor payouts, and a third for accounting, leading to blind spots.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2. Reactive Cash Flow Management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Merchants discover they don't have enough capital for a supplier payment on the day it is due.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3. Disconnected Financing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When deficits occur, securing emergency capital is a slow, manual process outside the core operational workflow.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HALA PAYFLOW: THE COMMAND CENTER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Unified Sales &amp; Payouts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All incoming POS settlements and outgoing scheduled vendor payouts reside in one dashboard.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Cash Flow Predictor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An algorithmic 7-day forecast matching projected incoming sales against scheduled outgoing payments.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Actionable Smart Alerts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If Thursday's vendor payout exceeds projected balances, PayFlow triggers an alert on Monday.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PAYFLOW AS A LENDING FUNNEL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Context is King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 generic "Get a Loan" banner has low conversion. An alert saying "You are short SAR 12,000 for Thursday's rent payment" provides extreme context.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One-Click Remediation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Embedded directly inside the deficit alert is a button: "Advance SAR 12,000 via Hala FlexiCap".
</a:t>
            </a:r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Operational Layering
</a:t>
            </a:r>
            <a:pPr indent="0" marL="0">
              <a:buNone/>
            </a:pPr>
            <a:r>
              <a:rPr lang="en-US" sz="16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This transforms lending from a standalone product into a critical operational feature that saves the merchant's supply chain.</a:t>
            </a:r>
            <a:endParaRPr lang="en-US" sz="2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MEASURING PLATFORM SUCCESS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Primary Success Metrics: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Dashboard MAU: Frequency of merchants logging into the PayFlow web portal weekly.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Alert-to-Advance Conversion: % of merchants who draw down FlexiCap funds upon receiving a deficit alert.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Payout Volume: Total volume of vendor payments processed through the platform.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rgbClr val="0D948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ALIGNMENT WITH HALA'S VISION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The Future Bank of SMEs: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"Empowering SMEs to run and grow": By automating reconciliation, we give merchants their time back to focus on growth.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Synergistic Flywheel: PayFlow drives engagement, which drives POS volume, which fuels the data models for FlexiCap lending.
</a:t>
            </a:r>
            <a:pPr indent="0" marL="0">
              <a:buNone/>
            </a:pPr>
            <a:r>
              <a:rPr lang="en-US" sz="1800" dirty="0">
                <a:solidFill>
                  <a:srgbClr val="94A3B8"/>
                </a:solidFill>
                <a:latin typeface="Helvetica" pitchFamily="34" charset="0"/>
                <a:ea typeface="Helvetica" pitchFamily="34" charset="-122"/>
                <a:cs typeface="Helvetica" pitchFamily="34" charset="-120"/>
              </a:rPr>
              <a:t>• Stickiness: A merchant using PayFlow to manage their entire supply chain payout schedule will never switch POS providers.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2026-06-10T03:18:31Z</dcterms:created>
  <dcterms:modified xsi:type="dcterms:W3CDTF">2026-06-10T03:18:31Z</dcterms:modified>
</cp:coreProperties>
</file>