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QLUB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Upsell Engine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Contextual post-payment upsells via ML propensity scoring.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Ajay Avaghade · Product Manager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4114800"/>
            <a:ext cx="2286000" cy="1828800"/>
          </a:xfrm>
          <a:prstGeom prst="rect">
            <a:avLst/>
          </a:prstGeom>
          <a:solidFill>
            <a:srgbClr val="7D00D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4389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18%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58368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Increase in Avg Order Value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Restaurants lose the guest relationship at payment.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D00D4"/>
                </a:solidFill>
              </a:rPr>
              <a:t>80%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Guests leave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immediately after paying the bill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D00D4"/>
                </a:solidFill>
              </a:rPr>
              <a:t>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Contextual offers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3566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during the highest intent moment (payment)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D00D4"/>
                </a:solidFill>
              </a:rPr>
              <a:t>Missed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Dessert &amp; drinks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3566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revenue from impulse purchases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303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Insight: The digital payment screen is an under-utilized billboard.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0C0C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0C0C"/>
                </a:solidFill>
              </a:rPr>
              <a:t>Turn payment into a point of sale.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840480" cy="228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CURRENT: Just Payment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❌ Scan QR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❌ Pay exact bill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❌ Leave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3108960"/>
            <a:ext cx="731520" cy="731520"/>
          </a:xfrm>
          <a:prstGeom prst="ellipse">
            <a:avLst/>
          </a:prstGeom>
          <a:solidFill>
            <a:srgbClr val="0C0C0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2286000"/>
            <a:ext cx="3840480" cy="2286000"/>
          </a:xfrm>
          <a:prstGeom prst="rect">
            <a:avLst/>
          </a:prstGeom>
          <a:solidFill>
            <a:srgbClr val="7D00D4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PROPOSED: Upsell Engine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3108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Scan QR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See AI-targeted dessert offer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Add to bill + Pay in 1 tap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THE MECHANIC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ML Upsells work.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 POS Cart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ML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Surface Offer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1-Tap Add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Kitchen Notified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017520"/>
            <a:ext cx="640080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* Tested successfully at PhonePe: dynamic cart incentivization yields 35% AOV uplift.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0C0C"/>
                </a:solidFill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0C0C"/>
                </a:solidFill>
              </a:rPr>
              <a:t>Seamless upsell experience.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9202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Checkout Upsell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0C0C"/>
                </a:solidFill>
              </a:rPr>
              <a:t>Targeted offer on payment screen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[ UI MOCKUP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286000"/>
            <a:ext cx="19202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Offer Detail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0C0C"/>
                </a:solidFill>
              </a:rPr>
              <a:t>Visual appeal &amp; new total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[ UI MOCKUP 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19202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Success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0C0C"/>
                </a:solidFill>
              </a:rPr>
              <a:t>Order confirmed &amp; paid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[ UI MOCKUP 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286000"/>
            <a:ext cx="19202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Ops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0C0C"/>
                </a:solidFill>
              </a:rPr>
              <a:t>Conversion metrics for restaurant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[ UI MOCKUP 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IMPACT &amp; ROI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Pure margin expansion for restaurants.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00D4"/>
                </a:solidFill>
              </a:rPr>
              <a:t>For Restaurants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00D4"/>
                </a:solidFill>
              </a:rPr>
              <a:t>For Qlub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+18%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Average Order Value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2743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Higher GMV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processed per table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High Margin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Dessert/drinks focus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New Revenue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Upsell commission model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669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ROI: Qlub evolves from a cost center (payment) to a revenue center.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PhonePe Offers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Led Propensity-to-Transact ML models for cart incentivization on Pincode, replacing static offers with dynamic intent triggers.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00D4"/>
                </a:solidFill>
              </a:rPr>
              <a:t>→ 35% AOV Uplift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7D00D4"/>
                </a:solidFill>
              </a:rPr>
              <a:t>→ 60% Drop in Cart Abandonment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0C0C"/>
                </a:solidFill>
              </a:rPr>
              <a:t>Why this matters for Qlub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1. I know how to build contextual offer engines.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2. I have hands-on experience with ML targeting.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3. I understand merchant economics &amp; margins.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ROLLOUT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From prototype to launch.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560320" cy="1645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00D4"/>
                </a:solidFill>
              </a:rPr>
              <a:t>Phase 1: Rule-Based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Simple mapping: "If Main Course ordered -&gt; Show Dessert".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560320" cy="1645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00D4"/>
                </a:solidFill>
              </a:rPr>
              <a:t>Phase 2: ML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Collaborative filtering based on what similar tables order.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560320" cy="1645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00D4"/>
                </a:solidFill>
              </a:rPr>
              <a:t>Phase 3: Self-Serve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Restaurants set their own inventory-based upsells.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846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0C0C"/>
                </a:solidFill>
              </a:rPr>
              <a:t>Let's build this together.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5394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ajay-avaghade.github.io/Portfolio · +91 9561558439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2026-06-14T06:01:35Z</dcterms:created>
  <dcterms:modified xsi:type="dcterms:W3CDTF">2026-06-14T06:01:35Z</dcterms:modified>
</cp:coreProperties>
</file>