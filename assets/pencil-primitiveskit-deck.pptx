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PENCIL · EDITOR SUITE · CASE STUDY 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PrimitivesKit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E7B7"/>
                </a:solidFill>
              </a:rPr>
              <a:t>Shared Component Library — Define Once, Render Across All Formats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2A5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4663440"/>
            <a:ext cx="182880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4846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6EE7B7"/>
                </a:solidFill>
              </a:rPr>
              <a:t>−62% duplicate eng work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Four Editor Formats. Four Implementations of the Same Button. Users Relearn. Eng Duplicates. Platform Fragments.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EE7B7"/>
                </a:solidFill>
              </a:rPr>
              <a:t>4×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implementations of CTA Button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Email, Display, Print, Digital — each different, none shared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EE7B7"/>
                </a:solidFill>
              </a:rPr>
              <a:t>30%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of UX is relearned per 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Email editor pro must relearn Display editor interactions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EE7B7"/>
                </a:solidFill>
              </a:rPr>
              <a:t>4×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2651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design change cost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2A5"/>
                </a:solidFill>
              </a:rPr>
              <a:t>update a button style: 4 separate engineering sprints required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8229600" cy="1554480"/>
          </a:xfrm>
          <a:prstGeom prst="rect">
            <a:avLst/>
          </a:prstGeom>
          <a:solidFill>
            <a:srgbClr val="1A1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463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Root cause: Each format editor was built independently. Text blocks, buttons, image containers — every primitive is reimplemented per format. Users experience fragmentation. Engineering pays 4× the cost for every change. Brand token updates require coordinated multi-team releases. The editor suite feels like 4 tools, not 1.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A1E"/>
                </a:solidFill>
              </a:rPr>
              <a:t>Format Differences Are Rendering Rules — Not Separate Products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❌ Today: 4 Products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Email editor has its own TextBlock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9992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Display editor has its own TextBlock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43814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Print editor has its own TextBlock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8770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User moves from Email to Display: "Why is text alignment different?"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43159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Eng: 4 sprint tickets for one button change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47548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1E"/>
                </a:solidFill>
              </a:rPr>
              <a:t>Design: 4 Figma files to update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828800"/>
            <a:ext cx="3840480" cy="3474720"/>
          </a:xfrm>
          <a:prstGeom prst="rect">
            <a:avLst/>
          </a:prstGeom>
          <a:solidFill>
            <a:srgbClr val="1A1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✅ PrimitivesKit: 1 Product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5603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TextBlock defined once with format-aware rendering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999232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Email: 16px; Display: 14px; Print: 12pt — all from 1 definition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3438144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User learns TextBlock once; works the same everywhere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3877056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Eng: 1 sprint ticket for one button change, all formats update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43159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Design: 1 token file. Update once, propagates globally.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0F0A1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E7B7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 Primitives × 4 Formats × 1 Shared Definition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A1E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Primitive Contract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PM defines component API: props, constraints, accessibility rules. One spec, all formats.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0" cy="219456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31136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31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A1E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3113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Format Rendering Rules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4597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Engineering implements once per primitive: Email (44px touch, mobile reflow), Display (scale), Print (SVG/CMYK).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642616"/>
            <a:ext cx="0" cy="219456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299923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A1E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9992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Brand Token Layer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2278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Colour, font, spacing tokens apply globally. Change --brand-primary once → all primitives in all formats update.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0080" y="3410712"/>
            <a:ext cx="0" cy="219456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76732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A1E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76732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Designer Workflow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995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Designer uses one component library. Selects TextBlock + chooses format preview. No format-specific file switching.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4178808"/>
            <a:ext cx="0" cy="219456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535424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35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A1E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45354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Engineering Handoff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47640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Spec sheet per primitive: props, format constraints, accessibility, performance budget. Build once, maintain once.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0" y="1463040"/>
            <a:ext cx="5212080" cy="3931920"/>
          </a:xfrm>
          <a:prstGeom prst="rect">
            <a:avLst/>
          </a:prstGeom>
          <a:solidFill>
            <a:srgbClr val="1A1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1645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</a:rPr>
              <a:t>Proof: PhonePe Rewards Marketplace — 500 Partners on One Primitive Set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2194560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Rebuilt ₹100Cr static offer portfolio: one primitive library for 500+ brand partners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0" y="2761488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Offer card primitives: headline slot, image slot, CTA, audience targeting block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3328416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Each partner launched independently using the same component vocabulary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0" y="3895344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Changing offer card CTA style: 1 template update → all 500 partner campaigns updated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840480" y="4462272"/>
            <a:ext cx="4663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PrimitivesKit is that system applied to editor components instead of offer cards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A1E"/>
                </a:solidFill>
              </a:rPr>
              <a:t>4 Screens — Library to Handoff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01 — Component Library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5 primitives (TextBlock, CTAButton, ImageContainer, Spacer, BrandToken). Each with format preview swatches. One vocabulary, all formats.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02 — Format-Aware Rendering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Same CTAButton primitive shown in Email (44px, full-width), Display (auto-scale), Print (SVG vector). User sees constraints are handled — not their problem.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69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03 — Brand Token System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3891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Colour, typography, spacing tokens defined once. Change --brand-primary → all components in all formats update instantly. Single source of truth.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16636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8B92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E"/>
                </a:solidFill>
              </a:rPr>
              <a:t>04 — Engineering Handoff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623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Primitive spec sheet: props, format constraints, accessibility rules, performance budget. Implement once per primitive, not once per format.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Engineering Velocity, UX Consistency &amp; Platform Cohesion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EE7B7"/>
                </a:solidFill>
              </a:rPr>
              <a:t>−62%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Duplicate engineering work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5 primitives × 4 formats: build 5× not 20×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1938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EE7B7"/>
                </a:solidFill>
              </a:rPr>
              <a:t>1 update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2340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Brand token change propagation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633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Update --brand-primary once → all 5 primitives × 4 formats update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EE7B7"/>
                </a:solidFill>
              </a:rPr>
              <a:t>−30%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relearning between formats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Same vocabulary across Email, Display, Print, Digital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3657600" cy="1645920"/>
          </a:xfrm>
          <a:prstGeom prst="rect">
            <a:avLst/>
          </a:prstGeom>
          <a:solidFill>
            <a:srgbClr val="1A1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7673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EE7B7"/>
                </a:solidFill>
              </a:rPr>
              <a:t>4×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46320" y="41696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Design change velocity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44622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2A5"/>
                </a:solidFill>
              </a:rPr>
              <a:t>Figma: 1 component file vs 4. Design update ships to all formats simultaneously.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1E"/>
                </a:solidFill>
              </a:rPr>
              <a:t>PhonePe Rewards Marketplace: 500 Partners, One Primitive Set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4023360"/>
          </a:xfrm>
          <a:prstGeom prst="rect">
            <a:avLst/>
          </a:prstGeom>
          <a:solidFill>
            <a:srgbClr val="0F0A1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PhonePe: What I Built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Rebuilt ₹100Cr static reward portfolio: one shared offer card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500+ brand partners launched campaigns using same component vocabulary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16382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Headline slot, image slot, CTA button, audience targeting — defined once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69417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Changing CTA style: 1 template update → all 500 partner campaigns updated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Designed the primitive contracts; Engineering implemented per primitive, not per partner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45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PrimitivesKit: Application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5 primitives replace 20 format-specific implementations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2633472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Each primitive has format-aware rendering rules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3163824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Brand token change propagates instantly across all formats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3694176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Users learn one vocabulary used everywhere in the editor suite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422452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0A1E"/>
                </a:solidFill>
              </a:rPr>
              <a:t>Engineering: implement once per primitive, maintain once, ship everywhere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2A5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Phases — CTAButton Pilot to Full 5-Primitive Coverage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1A1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Phase 1 — CTAButton Primitive (Month 1–2)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Define CTAButton as the first shared primitive. Implement Email + Display rendering rules. A/B: shared primitive vs current implementations. Measure: bug rate, design change velocity, user confusion reports.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1463040"/>
          </a:xfrm>
          <a:prstGeom prst="rect">
            <a:avLst/>
          </a:prstGeom>
          <a:solidFill>
            <a:srgbClr val="1A1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Phase 2 — TextBlock + ImageContainer (Month 3–4)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4472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Migrate TextBlock (typography token integration) and ImageContainer (crop zone rules) to primitive model. Brand token layer MVP: --brand-primary, --font-heading live across both formats.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1463040"/>
          </a:xfrm>
          <a:prstGeom prst="rect">
            <a:avLst/>
          </a:prstGeom>
          <a:solidFill>
            <a:srgbClr val="1A103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</a:rPr>
              <a:t>Phase 3 — Full PrimitivesKit (Month 5–6)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5 primitives migrated. Print format rendering rules added. Token system covers colour, typography, spacing. Engineering handoff spec standardised across all future primitives.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solidFill>
            <a:srgbClr val="1A1030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6035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What I Need: Design audit of current format-specific components · Eng audit of duplicate implementations · Token naming convention agreed · 1 eng sprint per primitive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2A5"/>
                </a:solidFill>
              </a:rPr>
              <a:t>Ajay Avaghade | avaghadeajay009@gmail.com |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2026-06-04T15:14:32Z</dcterms:created>
  <dcterms:modified xsi:type="dcterms:W3CDTF">2026-06-04T15:14:32Z</dcterms:modified>
</cp:coreProperties>
</file>