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QLUB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SmartSplit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Zero-friction bill splitting for large groups to increase table turnover.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Ajay Avaghade · Product Manager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4114800"/>
            <a:ext cx="2286000" cy="1828800"/>
          </a:xfrm>
          <a:prstGeom prst="rect">
            <a:avLst/>
          </a:prstGeom>
          <a:solidFill>
            <a:srgbClr val="7D00D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4389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40%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836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Reduction in table blocking 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Bill splitting is the highest friction moment in dining.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12 min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Average time spent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calculating and collecting group payments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2.5x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Higher churn risk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during peak hours due to waitlist delays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D00D4"/>
                </a:solidFill>
              </a:rPr>
              <a:t>15%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Lost capacity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due to table blocking post-meal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Insight: Restaurants don't just lose time; they lose the next table's revenue.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0C0C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</a:rPr>
              <a:t>Move the math from the table to the phone.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840480" cy="228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CURRENT: Manual Math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One person pays, chases others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Waiter does complex POS splits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❌ Physical cards passed around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0C0C0C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286000"/>
            <a:ext cx="3840480" cy="2286000"/>
          </a:xfrm>
          <a:prstGeom prst="rect">
            <a:avLst/>
          </a:prstGeom>
          <a:solidFill>
            <a:srgbClr val="7D00D4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PROPOSED: Qlub SmartSplit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Select your items on your phone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Pay via Apple/Google Pay instantly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Waiter sees live table status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SmartSplit works in 5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Scan QR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View Receipt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Items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1-Tap Pay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743200"/>
            <a:ext cx="548640" cy="548640"/>
          </a:xfrm>
          <a:prstGeom prst="ellipse">
            <a:avLst/>
          </a:prstGeom>
          <a:solidFill>
            <a:srgbClr val="7D00D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Table Cleared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017520"/>
            <a:ext cx="640080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* Tested successfully at PhonePe: reducing friction in multi-party flows yields highest conversion lifts.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0C0C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</a:rPr>
              <a:t>End-to-end split payment flow.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Digital Receipt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Scan to view live POS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Split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Select items or split evenly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Success Status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See who else paid at table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2286000"/>
            <a:ext cx="192024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Ops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0C0C"/>
                </a:solidFill>
              </a:rPr>
              <a:t>Waiters track live progress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4114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 UI MOCKUP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Value created for both sides of the marketplace.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For Restaurants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For Diners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15%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Capacity Increase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Awkward Math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POS Reconciliation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&lt; 30s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Time to Leave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669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ROI: Faster table turns = higher revenue per square foot.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00D4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PhonePe Checkout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Redesigned the end-to-end payment and offers flow across 350M MAU, removing friction and automating logic.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→ 22% Conversion Lift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7D00D4"/>
                </a:solidFill>
              </a:rPr>
              <a:t>→ 32% Burn Reduction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0C0C"/>
                </a:solidFill>
              </a:rPr>
              <a:t>Why this matters for Qlub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1. I know how to build zero-friction payment UI at scale.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2. I understand complex ledger/split math.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3. I focus obsessively on merchant ROI.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prototype to launch.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1: POS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Map item-level data from major POS systems into Qlub ledger.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2: UI Beta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Deploy split UI to 5 high-volume restaurants. Measure table turn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60320" cy="1645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00D4"/>
                </a:solidFill>
              </a:rPr>
              <a:t>Phase 3: 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Roll out globally. Introduce gamified "Pay for a friend" features.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846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0C0C"/>
                </a:solidFill>
              </a:rPr>
              <a:t>Let's build this together.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ajay-avaghade.github.io/Portfolio · +91 9561558439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2026-06-14T06:01:35Z</dcterms:created>
  <dcterms:modified xsi:type="dcterms:W3CDTF">2026-06-14T06:01:35Z</dcterms:modified>
</cp:coreProperties>
</file>