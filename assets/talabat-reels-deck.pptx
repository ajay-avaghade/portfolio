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E91E8C">
              <a:alpha val="12000"/>
            </a:srgbClr>
          </a:solidFill>
          <a:ln w="12700">
            <a:solidFill>
              <a:srgbClr val="E91E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E91E8C">
              <a:alpha val="8000"/>
            </a:srgbClr>
          </a:solidFill>
          <a:ln w="12700">
            <a:solidFill>
              <a:srgbClr val="E91E8C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" cy="21945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53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VENTURE PROPOSAL — BEAUTY +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talabat Reels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video discovery for talabat Beauty.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Beauty — extended to Dineout, then Food.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0" y="1828800"/>
            <a:ext cx="2286000" cy="292608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9829800" y="3291840"/>
            <a:ext cx="548640" cy="54864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39776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006840" y="4233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talabat leadership  ·  Beauty + New Ventures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 fails on q-commerce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shoppers can't see it.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0" cy="329184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347472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7627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beauty purchases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social video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930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and Instagram Reels are the primary discovery channel for beauty in MENA. Shoppers go to social, then manually search on Carrefour or Noon.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474720" cy="329184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011680"/>
            <a:ext cx="347472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17627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3.4x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48056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vs static image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34930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videos convert at 3.4x the rate of hero images in beauty e-commerce. A swatch swatch swatch is no substitute for seeing a product applied.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011680"/>
            <a:ext cx="3474720" cy="329184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2011680"/>
            <a:ext cx="347472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17627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Beauty today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discovery moments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34930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talabat Beauty experience is a category grid and search. No content, no creator ecosystem, no reason to browse beyond replenishment.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GWI MENA 2025, Wyzowl video benchmark report, talabat Beauty internal baseline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talabat Reels: short-form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built into the buy path.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063240" y="3246120"/>
            <a:ext cx="329184" cy="0"/>
          </a:xfrm>
          <a:prstGeom prst="line">
            <a:avLst/>
          </a:prstGeom>
          <a:noFill/>
          <a:ln w="19050">
            <a:solidFill>
              <a:srgbClr val="4A2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2560320" cy="301752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256032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76272"/>
            <a:ext cx="384048" cy="21945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762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uploads reel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brands and micro-influencers post 15–60s videos. Native upload or repurpose from TikTok/IG.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3246120"/>
            <a:ext cx="329184" cy="0"/>
          </a:xfrm>
          <a:prstGeom prst="line">
            <a:avLst/>
          </a:prstGeom>
          <a:noFill/>
          <a:ln w="19050">
            <a:solidFill>
              <a:srgbClr val="4A2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011680"/>
            <a:ext cx="2560320" cy="301752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011680"/>
            <a:ext cx="256032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176272"/>
            <a:ext cx="384048" cy="21945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1762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Shoppable overlay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tagged inline. Viewer sees item name + price + 'Add to cart' — no navigation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3246120"/>
            <a:ext cx="329184" cy="0"/>
          </a:xfrm>
          <a:prstGeom prst="line">
            <a:avLst/>
          </a:prstGeom>
          <a:noFill/>
          <a:ln w="19050">
            <a:solidFill>
              <a:srgbClr val="4A2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011680"/>
            <a:ext cx="2560320" cy="301752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011680"/>
            <a:ext cx="256032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176272"/>
            <a:ext cx="384048" cy="21945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1762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personalisation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ranked by skin tone match, past purchases, and watch time. Gets smarter every session.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52560" y="2011680"/>
            <a:ext cx="2560320" cy="301752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2011680"/>
            <a:ext cx="256032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0" y="2176272"/>
            <a:ext cx="384048" cy="21945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21762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3544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order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3544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adds to cart from inside the reel. Delivers in 30–45 min. Beauty impulse met instantly.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212080"/>
            <a:ext cx="11064240" cy="566928"/>
          </a:xfrm>
          <a:prstGeom prst="rect">
            <a:avLst/>
          </a:prstGeom>
          <a:solidFill>
            <a:srgbClr val="E91E8C">
              <a:alpha val="15000"/>
            </a:srgbClr>
          </a:solidFill>
          <a:ln w="635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2760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Beauty first: beauty is the most content-dependent purchase on the platform. Video isn't a feature — it's the core unlock that makes the category work.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screens that turn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browsing into buying.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374904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36576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03120"/>
            <a:ext cx="365760" cy="21945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103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Reels feed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42316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Beauty home → Reels tab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2743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full-screen feed, auto-play on scroll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30906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Skin-tone filter + category chips at top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4381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badge + brand logo overlay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37856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save, share — social signals train the ranker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5166360"/>
            <a:ext cx="3337560" cy="292608"/>
          </a:xfrm>
          <a:prstGeom prst="rect">
            <a:avLst/>
          </a:prstGeom>
          <a:solidFill>
            <a:srgbClr val="F0E0F8"/>
          </a:solidFill>
          <a:ln w="6350">
            <a:solidFill>
              <a:srgbClr val="E8D0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19379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Entry CVR target: 22% watch-to-tap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1965960"/>
            <a:ext cx="3657600" cy="374904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1965960"/>
            <a:ext cx="36576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2103120"/>
            <a:ext cx="365760" cy="2194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2103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Shoppable overlay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9432" y="242316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on product tag tap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9432" y="2743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 slides up from bottom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99432" y="30906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name, shade, price, rating, delivery ETA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99432" y="34381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'Add to bag' — single tap, no navigation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99432" y="37856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'See more from this creator' keeps user in content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99432" y="5166360"/>
            <a:ext cx="3337560" cy="292608"/>
          </a:xfrm>
          <a:prstGeom prst="rect">
            <a:avLst/>
          </a:prstGeom>
          <a:solidFill>
            <a:srgbClr val="F0E0F8"/>
          </a:solidFill>
          <a:ln w="6350">
            <a:solidFill>
              <a:srgbClr val="E8D0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519379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Overlay-to-add: 31% target (vs 9% static)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21040" y="1965960"/>
            <a:ext cx="3657600" cy="374904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1965960"/>
            <a:ext cx="36576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85632" y="2103120"/>
            <a:ext cx="365760" cy="21945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2103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61120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Post-purchase loop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85632" y="242316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 → Reels re-engagement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85632" y="2743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to use your new [product]' reel auto-queued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85632" y="30906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product via in-reel sticker after delivery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85632" y="34381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feeds back into creator ranking algorithm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85632" y="37856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reminder at predicted run-out date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85632" y="5166360"/>
            <a:ext cx="3337560" cy="292608"/>
          </a:xfrm>
          <a:prstGeom prst="rect">
            <a:avLst/>
          </a:prstGeom>
          <a:solidFill>
            <a:srgbClr val="F0E0F8"/>
          </a:solidFill>
          <a:ln w="6350">
            <a:solidFill>
              <a:srgbClr val="E8D0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519379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30-day repurchase rate target: 42%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EXPANSION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in Beauty. Extend to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Dineout, then the platform.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406908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36576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03120"/>
            <a:ext cx="1463040" cy="201168"/>
          </a:xfrm>
          <a:prstGeom prst="rect">
            <a:avLst/>
          </a:prstGeom>
          <a:solidFill>
            <a:srgbClr val="E91E8C">
              <a:alpha val="25000"/>
            </a:srgbClr>
          </a:solidFill>
          <a:ln w="1270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talabat Beauty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2834640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is a necessity, not a nice-to-have. Beauty shoppers cannot buy without seeing application, shade, and texture. This is the beachhead that proves the content-commerce loop.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9319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targets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16052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Watch-to-add: 31%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44165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repurchase: 42%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46725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NPS &gt; 60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5413248"/>
            <a:ext cx="3337560" cy="475488"/>
          </a:xfrm>
          <a:prstGeom prst="rect">
            <a:avLst/>
          </a:prstGeom>
          <a:solidFill>
            <a:srgbClr val="1A0A1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54681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4.2B MENA beauty TAM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1965960"/>
            <a:ext cx="3657600" cy="406908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965960"/>
            <a:ext cx="365760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2103120"/>
            <a:ext cx="1463040" cy="201168"/>
          </a:xfrm>
          <a:prstGeom prst="rect">
            <a:avLst/>
          </a:prstGeom>
          <a:solidFill>
            <a:srgbClr val="FF5722">
              <a:alpha val="25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Month 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99432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talabat Dineout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99432" y="2834640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live and die by how they look. A 30-second 'table experience' reel is the most powerful acquisition tool a restaurant can have. Replaces static photo grids that have been unchanged since 2018.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99432" y="39319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targets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99432" y="416052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CVR: +28%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99432" y="44165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restaurant discovery: +45%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9432" y="46725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table spend: +AED 80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99432" y="5413248"/>
            <a:ext cx="3337560" cy="475488"/>
          </a:xfrm>
          <a:prstGeom prst="rect">
            <a:avLst/>
          </a:prstGeom>
          <a:solidFill>
            <a:srgbClr val="1A0A1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54681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1.8B UAE dining market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1965960"/>
            <a:ext cx="3657600" cy="406908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1965960"/>
            <a:ext cx="365760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85632" y="2103120"/>
            <a:ext cx="1463040" cy="201168"/>
          </a:xfrm>
          <a:prstGeom prst="rect">
            <a:avLst/>
          </a:prstGeom>
          <a:solidFill>
            <a:srgbClr val="43A047">
              <a:alpha val="25000"/>
            </a:srgbClr>
          </a:solidFill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Month 10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85632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talabat Grocery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485632" y="2834640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Recipe-to-basket closes the last gap in grocery discovery. A 60-second recipe reel with 1-tap 'Get all ingredients' turns food inspiration into a grocery order — no list-making required.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85632" y="39319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targets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85632" y="416052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AOV: +AED 35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85632" y="44165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SKU trial rate: +60%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85632" y="46725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active: +18%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85632" y="5413248"/>
            <a:ext cx="3337560" cy="475488"/>
          </a:xfrm>
          <a:prstGeom prst="rect">
            <a:avLst/>
          </a:prstGeom>
          <a:solidFill>
            <a:srgbClr val="1A0A1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31352" y="54681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6.2B UAE grocery TAM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51960" y="3840480"/>
            <a:ext cx="457200" cy="0"/>
          </a:xfrm>
          <a:prstGeom prst="line">
            <a:avLst/>
          </a:prstGeom>
          <a:noFill/>
          <a:ln w="19050">
            <a:solidFill>
              <a:srgbClr val="4A206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315968" y="3703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2060"/>
                </a:solidFill>
              </a:rPr>
              <a:t>-&gt;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138160" y="3840480"/>
            <a:ext cx="457200" cy="0"/>
          </a:xfrm>
          <a:prstGeom prst="line">
            <a:avLst/>
          </a:prstGeom>
          <a:noFill/>
          <a:ln w="19050">
            <a:solidFill>
              <a:srgbClr val="4A206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8202168" y="3703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2060"/>
                </a:solidFill>
              </a:rPr>
              <a:t>-&gt;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MENA beauty + content: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structural tailwind.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36576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1762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MENA beauty + video is inevitable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5394960" cy="402336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spend per capita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ranks top 5 globally — highest in UAE + KSA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video penetration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MENA 18-35s watch short video weekly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10712"/>
            <a:ext cx="5394960" cy="402336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UAE — zero shoppable native video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922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gap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3922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Beauty + Carrefour have zero video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5394960" cy="402336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supply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4370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120K+ UAE beauty micro-influencers, under-monetised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4818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advantage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4818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delivery beats any social-to-website funnel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1762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flywheel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2606040"/>
            <a:ext cx="4754880" cy="566928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48272" y="2715768"/>
            <a:ext cx="329184" cy="329184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50608" y="2697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post reels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50608" y="29352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deals + affiliate revenue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12864" y="3172968"/>
            <a:ext cx="0" cy="118872"/>
          </a:xfrm>
          <a:prstGeom prst="line">
            <a:avLst/>
          </a:prstGeom>
          <a:noFill/>
          <a:ln w="12700">
            <a:solidFill>
              <a:srgbClr val="4A206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720840" y="3291840"/>
            <a:ext cx="4754880" cy="566928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48272" y="3401568"/>
            <a:ext cx="329184" cy="32918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48272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50608" y="33832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discover + buy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50608" y="36210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watch -&gt; 1-tap cart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12864" y="3858768"/>
            <a:ext cx="0" cy="118872"/>
          </a:xfrm>
          <a:prstGeom prst="line">
            <a:avLst/>
          </a:prstGeom>
          <a:noFill/>
          <a:ln w="12700">
            <a:solidFill>
              <a:srgbClr val="4A206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720840" y="3977640"/>
            <a:ext cx="4754880" cy="566928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48272" y="4087368"/>
            <a:ext cx="329184" cy="32918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50608" y="4069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feeds ranking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50608" y="43068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Top-converting reels rise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12864" y="4544568"/>
            <a:ext cx="0" cy="118872"/>
          </a:xfrm>
          <a:prstGeom prst="line">
            <a:avLst/>
          </a:prstGeom>
          <a:noFill/>
          <a:ln w="12700">
            <a:solidFill>
              <a:srgbClr val="4A206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720840" y="4663440"/>
            <a:ext cx="4754880" cy="566928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48272" y="4773168"/>
            <a:ext cx="329184" cy="329184"/>
          </a:xfrm>
          <a:prstGeom prst="ellipse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50608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increase spend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150608" y="49926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model on top slots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Statista MENA 2025, GWI, Euromonitor Beauty MENA, talabat internal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streams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content layer.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743200" cy="18288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27432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CPM ads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Brand-sponsored slots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0358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Top-of-feed placement, beauty brands bid via self-serve. 30% margin. Scales with DAU.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743200" cy="18288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01168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9312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affiliate take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9312" y="30358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earns on every watch-to-cart conversion. Same model as TikTok Shop, Amazon Inspire.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743200" cy="18288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011680"/>
            <a:ext cx="27432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180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65392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beauty basket from Reels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5392" y="30358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AED 95 from search. Content-led discovery drives 1.9x higher AOV on first purchase.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0" y="2011680"/>
            <a:ext cx="2743200" cy="18288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0" y="2011680"/>
            <a:ext cx="274320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1472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2.8x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491472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vs search-only users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91472" y="30358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users repurchase faster, broaden SKU range, and have lower churn. Retention moat.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0416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P&amp;L — Month 12 (Beauty only)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361688"/>
            <a:ext cx="11064240" cy="292608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4074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Reels users (10% of Beauty MAU)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4074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48,000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4700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reels-originated orders / user / month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4700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946904"/>
            <a:ext cx="11064240" cy="292608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9926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value (Reels users)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9926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180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" y="5285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Reels GMV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5285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20.7M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532120"/>
            <a:ext cx="11064240" cy="292608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5778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take rate (12% affiliate + 3% ads)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5577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3.1M / month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" y="58704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content ops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0" y="5870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AED 680K / month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6117336"/>
            <a:ext cx="11064240" cy="292608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616305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— Beauty only, Month 12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0" y="61630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2.42M / month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with 20 creators.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with the data.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57600" cy="370332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6576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39696"/>
            <a:ext cx="1554480" cy="201168"/>
          </a:xfrm>
          <a:prstGeom prst="rect">
            <a:avLst/>
          </a:prstGeom>
          <a:solidFill>
            <a:srgbClr val="E91E8C">
              <a:alpha val="25000"/>
            </a:srgbClr>
          </a:solidFill>
          <a:ln w="1270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Wk 1-8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24505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 seed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" y="28895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UAE beauty micro-influencers hand-picked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21868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upload tool built into talabat Beauty app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354787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Shoppable overlay on top 5 brand SKUs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8770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reels, 10% watch-to-add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5166360"/>
            <a:ext cx="3337560" cy="384048"/>
          </a:xfrm>
          <a:prstGeom prst="rect">
            <a:avLst/>
          </a:prstGeom>
          <a:solidFill>
            <a:srgbClr val="E91E8C">
              <a:alpha val="15000"/>
            </a:srgbClr>
          </a:solidFill>
          <a:ln w="1270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193792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Go/no-go: AED 2M GMV from Reels in 8 weeks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2011680"/>
            <a:ext cx="3657600" cy="370332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2011680"/>
            <a:ext cx="36576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9432" y="2139696"/>
            <a:ext cx="1554480" cy="201168"/>
          </a:xfrm>
          <a:prstGeom prst="rect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Month 3-6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99432" y="24505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 scale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99432" y="28895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creator portal live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99432" y="321868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skin-tone ranking activated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99432" y="354787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ad slots opened (CPM model)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99432" y="38770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5K creators, 35% watch-to-add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99432" y="5166360"/>
            <a:ext cx="3337560" cy="384048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5193792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Go/no-go: AED 12M GMV, 3 brand campaigns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2011680"/>
            <a:ext cx="3657600" cy="370332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2011680"/>
            <a:ext cx="365760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2" y="2139696"/>
            <a:ext cx="1554480" cy="201168"/>
          </a:xfrm>
          <a:prstGeom prst="rect">
            <a:avLst/>
          </a:prstGeom>
          <a:solidFill>
            <a:srgbClr val="FF5722">
              <a:alpha val="25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Month 7-12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485632" y="24505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Dineout + Food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485632" y="28895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Dineout restaurant Reels launch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85632" y="321868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Recipe-to-basket feature in grocery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85632" y="354787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Cross-vertical feed blending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85632" y="38770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25K creators across verticals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85632" y="5166360"/>
            <a:ext cx="3337560" cy="384048"/>
          </a:xfrm>
          <a:prstGeom prst="rect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22208" y="5193792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Platform Reels GMV &gt; AED 50M / month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winning looks like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each stage.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868680"/>
          </a:xfrm>
          <a:prstGeom prst="rect">
            <a:avLst/>
          </a:prstGeom>
          <a:solidFill>
            <a:srgbClr val="1A0A1A"/>
          </a:solidFill>
          <a:ln w="12700">
            <a:solidFill>
              <a:srgbClr val="1A0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Reels-attributed GMV share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talabat Beauty GMV originating from a Reel view in the prior 7 days — target 25% by Month 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1064240" cy="310896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809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9809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29809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21040" y="29809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149840" y="2980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1064240" cy="384048"/>
          </a:xfrm>
          <a:prstGeom prst="rect">
            <a:avLst/>
          </a:prstGeom>
          <a:solidFill>
            <a:srgbClr val="FDF5FF"/>
          </a:solidFill>
          <a:ln w="12700">
            <a:solidFill>
              <a:srgbClr val="FD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28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33284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published /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49840" y="3328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721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721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watch completion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49840" y="3721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= poor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078224"/>
            <a:ext cx="11064240" cy="384048"/>
          </a:xfrm>
          <a:prstGeom prst="rect">
            <a:avLst/>
          </a:prstGeom>
          <a:solidFill>
            <a:srgbClr val="FDF5FF"/>
          </a:solidFill>
          <a:ln w="12700">
            <a:solidFill>
              <a:srgbClr val="FDF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14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Watch-to-add CVR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(static)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4984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18% = review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507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4507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avg basket value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4507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95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507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160+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49840" y="4507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864608"/>
            <a:ext cx="11064240" cy="384048"/>
          </a:xfrm>
          <a:prstGeom prst="rect">
            <a:avLst/>
          </a:prstGeom>
          <a:solidFill>
            <a:srgbClr val="FDF5FF"/>
          </a:solidFill>
          <a:ln w="12700">
            <a:solidFill>
              <a:srgbClr val="FDF5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901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28800" y="4901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repeat from Reels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4901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21040" y="4901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42%+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49840" y="4901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" y="5294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0" y="5294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retention (90-day)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5294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5294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65%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49840" y="5294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 = review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5650992"/>
            <a:ext cx="11064240" cy="384048"/>
          </a:xfrm>
          <a:prstGeom prst="rect">
            <a:avLst/>
          </a:prstGeom>
          <a:solidFill>
            <a:srgbClr val="FDF5FF"/>
          </a:solidFill>
          <a:ln w="12700">
            <a:solidFill>
              <a:srgbClr val="FDF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687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828800" y="5687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ad campaigns live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00800" y="5687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321040" y="5687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/ month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149840" y="5687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5943600" cy="5943600"/>
          </a:xfrm>
          <a:prstGeom prst="ellipse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creators. 8 weeks.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prove the model.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029200" cy="150876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mobile, 1 backend, 1 ML engineer. Video upload, shoppable overlay, basic feed ranking. 8-week sprint.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5029200" cy="150876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creators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260604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creator partnerships manager. 20 seed creators signed with performance-based affiliate deal.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029200" cy="150876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&amp; commercial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beauty brand partnerships for launch. Seeding free inventory for first 8 weeks of creator content.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749040"/>
            <a:ext cx="5029200" cy="1508760"/>
          </a:xfrm>
          <a:prstGeom prst="rect">
            <a:avLst/>
          </a:prstGeom>
          <a:solidFill>
            <a:srgbClr val="3D1A4A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434340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designer (feed UX + overlay). 1 data analyst (watch signals, ranking model). 8-week scope.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1064240" cy="54864"/>
          </a:xfrm>
          <a:prstGeom prst="rect">
            <a:avLst/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5413248"/>
            <a:ext cx="182880" cy="18288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-91440" y="5614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1: Creator sign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70632" y="5413248"/>
            <a:ext cx="182880" cy="18288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5614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2-4: Build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65192" y="5413248"/>
            <a:ext cx="182880" cy="18288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5614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5-6: Test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9752" y="5413248"/>
            <a:ext cx="182880" cy="18288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614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7: Soft launch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54312" y="5413248"/>
            <a:ext cx="182880" cy="18288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5614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8: Go live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talabat Reels — Short Video Discovery</dc:title>
  <dc:subject>PptxGenJS Presentation</dc:subject>
  <dc:creator>PptxGenJS</dc:creator>
  <cp:lastModifiedBy>PptxGenJS</cp:lastModifiedBy>
  <cp:revision>1</cp:revision>
  <dcterms:created xsi:type="dcterms:W3CDTF">2026-05-20T14:44:59Z</dcterms:created>
  <dcterms:modified xsi:type="dcterms:W3CDTF">2026-05-20T14:44:59Z</dcterms:modified>
</cp:coreProperties>
</file>