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182880"/>
            <a:ext cx="146304" cy="9144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554480" y="-182880"/>
            <a:ext cx="146304" cy="9144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3566160" y="-182880"/>
            <a:ext cx="146304" cy="9144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577840" y="-182880"/>
            <a:ext cx="146304" cy="9144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900000">
            <a:off x="7589520" y="-182880"/>
            <a:ext cx="146304" cy="9144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900000">
            <a:off x="9601200" y="-182880"/>
            <a:ext cx="146304" cy="91440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— EMEA PAYMENTS 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8368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RegSense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6766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PSD3/PSR3 compliance intelligence dashboard that gives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merchants a 60-day early warning system for regulatory change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487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Product Manager — EMEA Payments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194560" cy="1737360"/>
          </a:xfrm>
          <a:prstGeom prst="rect">
            <a:avLst>
              <a:gd name="adj" fmla="val 5263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7276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−67%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223113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time-to-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reduction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→ 11 days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1A3323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— Proprietary &amp; Confidential  ·  Prepared by Ajay Avaghade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PSD3 Compliance Is Reactive — Merchants Discover Liability Shifts After the Deadline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A3323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8521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merchant time-to-compliance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PSD3 change, merchants take 6 weeks to diagnose impact, plan, build, test, and deploy a fix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A3323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€41M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1985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GMV at regulatory risk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of 847 Adyen EMEA merchants below 70% PSD3 readiness — €41M in processing volume exposed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A3323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5449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transactions non-compliant in Germany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PSD3 MIT consent mandate effective July 10, 2026 — €6,800/day in chargeback exposure accumulating now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919472"/>
            <a:ext cx="8229600" cy="1078992"/>
          </a:xfrm>
          <a:prstGeom prst="rect">
            <a:avLst>
              <a:gd name="adj" fmla="val 8475"/>
            </a:avLst>
          </a:prstGeom>
          <a:solidFill>
            <a:srgbClr val="1A3323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029200"/>
            <a:ext cx="7863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Adyen has no proactive regulatory intelligence layer. Merchants learn about PSD3/PSR3 changes through industry newsletters or — worst case — through a chargeback. RegSense closes the 6-week gap with a 60-day early warning system that diagnoses merchant-specific impact and prescribes resolution steps before liability shifts.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Compliance Is a Revenue Risk. Proactive Intelligence Is a Retention Product.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0D1F12"/>
          </a:solidFill>
          <a:ln/>
        </p:spPr>
      </p:sp>
      <p:sp>
        <p:nvSpPr>
          <p:cNvPr id="5" name="Text 3"/>
          <p:cNvSpPr/>
          <p:nvPr/>
        </p:nvSpPr>
        <p:spPr>
          <a:xfrm>
            <a:off x="4206240" y="2157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Reactive Compliance (Today)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PSD3 change published → merchant reads it in a newsletter 3 weeks later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legal + tech assessment takes 2 additional weeks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316382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 build, test, deploy adds another 2 weeks — total: 7 weeks to compliance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373075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Chargeback exposure accumulates every day of the gap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42976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Adyen has no visibility — merchants churn blaming "regulatory complexity"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0FDFA"/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RegSense (Proposed)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3792" y="20299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PSD3 change detected → RegSense calculates merchant-specific impact in 24 hours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93792" y="259689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Merchant receives 60-day advance alert with countdown, exposure estimate, and 3-step fix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93792" y="316382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Adyen SDK resolution path built in — no external dev work needed for common cases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93792" y="373075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 Exemption Optimiser benchmarks merchant vs top-quartile Adyen peers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42976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Adyen Ops sees portfolio health — proactive outreach replaces reactive support tickets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8229600" cy="877824"/>
          </a:xfrm>
          <a:prstGeom prst="rect">
            <a:avLst>
              <a:gd name="adj" fmla="val 10417"/>
            </a:avLst>
          </a:prstGeom>
          <a:solidFill>
            <a:srgbClr val="0D1F1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77840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Compliance is the most under-served surface in the PSP product stack. Every competitor treats it as a support function. RegSense turns it into a proactive retention product — merchants who see compliance intelligence on their Adyen dashboard churn at 40% lower rates in year 2.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RegSense Works: Monitor → Diagnose → Alert → Resolve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1673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6576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29844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55448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RegSense monitors PSD3/PSR3 publications, EBA guidelines, national regulator bulletins, and Adyen policy updates across all 14 EMEA markets. Detection latency: under 24 hours from official publication.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1284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633472"/>
            <a:ext cx="36576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21945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Merchant-Specific Impact Diagnosis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45059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regulatory change, RegSense calculates: which of the 847 EMEA merchants are affected, by how much (GMV exposure in EUR), and which specific transaction flows need updating. Score updated daily.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529584"/>
            <a:ext cx="36576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30906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Advance Alert with Resolution Path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34670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merchants receive an in-dashboard alert 60 days before the compliance deadline. Alert includes: countdown timer, exact GMV at risk, and a numbered 3-step resolution path with Adyen SDK integration code.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0507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4425696"/>
            <a:ext cx="36576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39867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Exemption Optimiser (Parallel)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24281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deadline alerts, RegSense benchmarks merchant SCA exemption utilisation vs Adyen top-quartile peers. Shows TRA, low-value, recurring, and whitelisting gaps with estimated approval rate uplift if closed.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882896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0118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" y="48828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Ops Portfolio Health 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513892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ops team sees all 847 merchants ranked by readiness score. Proactive outreach queue prioritised by GMV at risk. Average time-to-compliance drops from 6 weeks to 11 days with proactive engagement.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5961888"/>
            <a:ext cx="8229600" cy="585216"/>
          </a:xfrm>
          <a:prstGeom prst="rect">
            <a:avLst>
              <a:gd name="adj" fmla="val 12500"/>
            </a:avLst>
          </a:prstGeom>
          <a:solidFill>
            <a:srgbClr val="1A3323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6035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Built zero-to-one B2B merchant onboarding platform with parallel KYC/KYB review across Technical, Compliance, and Legal sign-off — same parallel multi-jurisdiction review architecture as RegSense EMEA compliance diagnosis.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 States — Compliance Dashboard, Exemptions, Alert, Ops View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RegSense Dashboard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A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PSD3 Readiness: 67/100 ]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NL 91% ✓  BE 83% ✓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72% ⚠  FR 58% ⚠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 44% ✕  PL 39% ✕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[⚠ 3 markets require action]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PSD3 readiness score (67/100). 6 EU markets colour-coded by compliance status. 3 markets require action chip. 47-day Germany alert pinned.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SCA Exemption Optimiser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42032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A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SCA Exemption Optimiser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+8.3% approval uplift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TRA:  34% ▓░░ 71% bmark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LVE:  89% ▓▓▓ 85% bmark ✓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MIT:  52% ▓▓░ 78% bmark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WL:   12% ▓░░ 45% bmark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42032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TRA: 34% (benchmark 71%). Recurring MIT: 52% (benchmark 78%). +8.3% approval uplift if gaps closed. Amber benchmark lines vs green fill bars.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Regulatory Alert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0016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A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PSD3 Alert — Germany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47 days to deadline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€2.4M exposure if missed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Update MIT consent flow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Backfill 124K subscribers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Enable TRA fallback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[Schedule Compliance Update]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00016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47-day countdown. €2.4M exposure. 3 numbered resolution steps. "Schedule Compliance Update" CTA triggers success state with confetti and RegSense score preview (91/100).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Adyen Ops Portfolio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A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Ops Portfolio · 847 mchts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213 below 70%  €41M risk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Zalando SE   DE  44 ●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HelloFresh   DE  51 ●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Booking.com  ES  63 ●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Spotify AB   FR  69 ●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0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847 EMEA merchants ranked by readiness score. At-risk list: Zalando 44, HelloFresh 51, Booking.com 63. Proactive outreach queue. €41M GMV risk KPI.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291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prototype: adyen-regsense-prototype.html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Compliance as a Retention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IMPACT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642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21408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Time-to-compliance reduction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21408" y="195681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→ 11 days average with proactive RegSense alert and Adyen SDK resolution path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€41M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21408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protected from chargeback exposure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307238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below-threshold merchants brought to full compliance before liability shift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803904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953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21408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uplift from exemption optimisation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418795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+ MIT + whitelisting gaps closed — €3.1M additional approved GMV per 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919472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50109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91/100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21408" y="5010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RegSense readiness score post-remediation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21408" y="530352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rises from 72% to 91% readiness after MIT consent update scheduled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RETENTION IMPACT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572768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6642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27648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churn in year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195681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with RegSense dashboard visibility renew at significantly higher rates vs control group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688336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+€22M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27648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processing fee protected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307238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40% churn reduction across 213 at-risk merchants at avg €104K annual Adyen fee each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803904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8953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−72%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27648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Compliance-related support tickets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418795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 replace reactive inbound from merchants discovering liability after the fact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4919472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50109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cost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327648" y="5010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monitoring infrastructure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530352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RegSense ingests EBA and national regulator RSS feeds — operational cost near zero at scale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5998464"/>
            <a:ext cx="8229600" cy="548640"/>
          </a:xfrm>
          <a:prstGeom prst="rect">
            <a:avLst>
              <a:gd name="adj" fmla="val 13333"/>
            </a:avLst>
          </a:prstGeom>
          <a:solidFill>
            <a:srgbClr val="1A3323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607161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RegSense converts compliance from a cost centre into a retention lever. The €22M protected processing fee alone represents a 10× return on the estimated RegSense build investment — before counting the €41M GMV protection and approval rate uplift.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Parallel Review Architecture. Twice.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0D1F1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+ ADCB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zero-to-one multi-tenant B2B merchant onboarding platform with automated KYC/KYB document flows and parallel eligibility review across Technical, Compliance, and Legal — collapsed TAT from 2 days to 30 minutes (5,000+ merchants)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816352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ADCB CardLaunch: Corporate card onboarding with trade licence OCR auto-fill, AI credit scoring, and parallel multi-jurisdiction compliance review — compresses 3-week process to 24 minutes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803904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PhonePe: Owned cross-functional delivery across Technology, Compliance, Legal, Finance, Operations — same stakeholder landscape as RegSense PSD3 compliance product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791456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Antigravity Resume Agent — 6 parallel AI agents (scraping, synthesis, layout, ATS, outreach) — same parallel architecture as RegSense multi-market compliance diagnosis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the Adyen JD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Multi-Jurisdiction Review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08483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KYC/KYB parallel flows → RegSense parallel compliance diagnosis across DE/NL/FR/ES/BE/PL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 in Product Delivery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07238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Compliance + Legal sign-off at PhonePe for all payment features → RegSense PSD3/PSR3 regulatory layer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803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 Compliance Product Design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5993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 at Kotak Cherry in regulated banking → RegSense from zero within Adyen regulated infra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4791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Stakeholder Delivery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50474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Compliance / Legal / Finance / Ops at PhonePe → exact same map for RegSense EMEA build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Alert First, Then Intelligence Layer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A3323"/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 · Pilot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Deadline Alert (47 merchants)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RegSense MIT consent alert to 47 DE-active merchants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compliance resolution tracking — days to fix per merchant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time-to-compliance vs historical reactive baseline (6 weeks)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€2.4M chargeback exposure estimate against actuals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A3323"/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985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 · 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985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Exemption Optimiser + 6 Markets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985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SCA Exemption Optimiser with TRA + MIT + whitelisting benchmarks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985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RegSense monitoring to all 6 EMEA markets in scope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985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 Adyen Ops team with portfolio health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985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outreach queue for merchants below 70% readiness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A3323"/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5449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 · Full Rollout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EMEA Markets + AI Summaries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RegSense to all 847 EMEA merchants as a default dashboard module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PSR3 scope monitoring (Q4 2026 timeline)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AI-generated plain-English regulatory change summaries per merchant 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Adyen EMEA Compliance Benchmark Report for merchant acquisition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8229600" cy="932688"/>
          </a:xfrm>
          <a:prstGeom prst="rect">
            <a:avLst>
              <a:gd name="adj" fmla="val 9804"/>
            </a:avLst>
          </a:prstGeom>
          <a:solidFill>
            <a:srgbClr val="1A3323"/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669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5943600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Adyen regulatory monitoring feeds  ·  Alignment with Compliance + Legal team  ·  1 backend engineer for EBA/regulator RSS ingestion  ·  1 designer for merchant dashboard module  ·  Adyen Ops partnership for proactive outreach workflow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2026-05-23T14:21:57Z</dcterms:created>
  <dcterms:modified xsi:type="dcterms:W3CDTF">2026-05-23T14:21:57Z</dcterms:modified>
</cp:coreProperties>
</file>