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3657600" cy="6858000"/>
          </a:xfrm>
          <a:prstGeom prst="line">
            <a:avLst/>
          </a:prstGeom>
          <a:noFill/>
          <a:ln w="508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" y="0"/>
            <a:ext cx="3657600" cy="6858000"/>
          </a:xfrm>
          <a:prstGeom prst="line">
            <a:avLst/>
          </a:prstGeom>
          <a:noFill/>
          <a:ln w="508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0" y="0"/>
            <a:ext cx="3657600" cy="6858000"/>
          </a:xfrm>
          <a:prstGeom prst="line">
            <a:avLst/>
          </a:prstGeom>
          <a:noFill/>
          <a:ln w="508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0"/>
            <a:ext cx="3657600" cy="6858000"/>
          </a:xfrm>
          <a:prstGeom prst="line">
            <a:avLst/>
          </a:prstGeom>
          <a:noFill/>
          <a:ln w="508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0"/>
            <a:ext cx="3657600" cy="6858000"/>
          </a:xfrm>
          <a:prstGeom prst="line">
            <a:avLst/>
          </a:prstGeom>
          <a:noFill/>
          <a:ln w="508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0"/>
            <a:ext cx="3657600" cy="6858000"/>
          </a:xfrm>
          <a:prstGeom prst="line">
            <a:avLst/>
          </a:prstGeom>
          <a:noFill/>
          <a:ln w="508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0" y="0"/>
            <a:ext cx="3657600" cy="6858000"/>
          </a:xfrm>
          <a:prstGeom prst="line">
            <a:avLst/>
          </a:prstGeom>
          <a:noFill/>
          <a:ln w="508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0"/>
            <a:ext cx="3657600" cy="6858000"/>
          </a:xfrm>
          <a:prstGeom prst="line">
            <a:avLst/>
          </a:prstGeom>
          <a:noFill/>
          <a:ln w="508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FCD34D"/>
                </a:solidFill>
              </a:rPr>
              <a:t>NYKAA SUPERSTORE — SELLER INTELLIGENCE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6858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SellerIQ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182880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CD34D"/>
                </a:solidFill>
              </a:rPr>
              <a:t>AI-Powered Insights &amp; Predictive Alerts That Tell Sellers What to Do Next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560320" cy="3657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697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A855"/>
                </a:solidFill>
              </a:rPr>
              <a:t>Presented by Ajay Avaghade · Growth &amp; Monetization PM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0" y="4754880"/>
            <a:ext cx="2286000" cy="173736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484632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78%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6583680" y="55778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0CC"/>
                </a:solidFill>
              </a:rPr>
              <a:t>of sellers don't know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0CC"/>
                </a:solidFill>
              </a:rPr>
              <a:t>why their GMV dropped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D34D"/>
                </a:solidFill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Sellers See GMV Drop. They Don't Know Why. By the Time They Investigate, the Sale Window Has Passed.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2651760" cy="2834640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11480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78%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Can't explain GMV drops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5"/>
                </a:solidFill>
              </a:rPr>
              <a:t>Raw metrics (impressions, CVR, returns) don't connect. Sellers see numbers, not causes.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572768"/>
            <a:ext cx="2651760" cy="2834640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64408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⏳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64408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3 days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3264408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Average investigation lag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55848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5"/>
                </a:solidFill>
              </a:rPr>
              <a:t>By the time a seller identifies a stockout risk or return spike, it's already costing them rank.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572768"/>
            <a:ext cx="2651760" cy="2834640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17336" y="17190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🏆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17336" y="230428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2.3×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6117336" y="294436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Top-10% vs median GMV gap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08776" y="3310128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4A855"/>
                </a:solidFill>
              </a:rPr>
              <a:t>Top sellers act on data weekly. Median sellers react monthly. The gap is operational, not product.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572000"/>
            <a:ext cx="832104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26864"/>
            <a:ext cx="80101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Root cause: Nykaa's seller dashboard shows raw data — GMV, impressions, returns. It does not show root causes, competitive context, or what action to take next. Sellers need a daily intelligence brief, not a spreadsheet.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000"/>
                </a:solidFill>
              </a:rPr>
              <a:t>Sellers Don't Need More Data. They Need an AI That Reads the Data and Tells Them What's Wrong.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</a:rPr>
              <a:t>❌  Current Dashboard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8368" y="2148840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Raw GMV, impressions, returns — no context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2532888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No root cause linking (why did CVR drop?)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2916936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No competitive benchmarking by category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" y="3300984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Seller must manually correlate metrics across tabs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3685032"/>
            <a:ext cx="32552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</a:rPr>
              <a:t>• No proactive alerts — stockout discovered after rank drops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24528" y="2651760"/>
            <a:ext cx="658368" cy="65836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224528" y="26517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572768"/>
            <a:ext cx="374904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1691640"/>
            <a:ext cx="34381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✅  SellerIQ (Proposed)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02352" y="2148840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Daily AI brief: "GMV down 12% — here are the 3 causes"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02352" y="2532888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Natural language Q&amp;A: "Why did my Vitamin C Serum drop?"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02352" y="2916936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Predictive alerts: "Stockout in 3 days — 144 units left"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102352" y="3300984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Competitive benchmarking: "Your CVR 2.3% vs. 4.1% category avg"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102352" y="3685032"/>
            <a:ext cx="34015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</a:rPr>
              <a:t>• Weekly Action Cards: ranked by estimated GMV impact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11480" y="4645152"/>
            <a:ext cx="83210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681728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Key insight: The data to answer every seller question already exists on Nykaa — search rank history, return rates, competitor pricing, stockout signals. SellerIQ surfaces it proactively, in plain language, before the seller even knows to ask.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D34D"/>
                </a:solidFill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Four Intelligence Layers: Brief → Q&amp;A → Alerts → Benchmark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" y="1664208"/>
            <a:ext cx="0" cy="3840480"/>
          </a:xfrm>
          <a:prstGeom prst="line">
            <a:avLst/>
          </a:prstGeom>
          <a:noFill/>
          <a:ln w="19050">
            <a:solidFill>
              <a:srgbClr val="F59E0B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48640" y="15087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88720" y="1508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Daily AI Brief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88720" y="1783080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5"/>
                </a:solidFill>
              </a:rPr>
              <a:t>Every morning: GMV delta vs. last week, top 3 root causes (ranked by impact), and a one-line action for each. No charts to interpret — just: "Your CVR dropped because your search rank fell from page 1 to page 3."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" y="2295144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951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88720" y="229514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Natural Language Q&amp;A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88720" y="2569464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5"/>
                </a:solidFill>
              </a:rPr>
              <a:t>Seller asks: "Why did my Vitamin C Serum drop this week?" AI responds with 3 root causes, each linked to a data source: rank change, return spike, competitor price cut. Follow-up: "What should I do first?"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081528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0815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0815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Predictive Alerts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188720" y="3355848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5"/>
                </a:solidFill>
              </a:rPr>
              <a:t>ML model monitors 6 signals: stockout risk, return rate spike, rank velocity, competitor pricing, seasonal demand surge, ad budget exhaustion. Alert 48–72 hours before the event becomes a problem.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867912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8679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88720" y="3867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Competitive Benchmarking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188720" y="4142232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5"/>
                </a:solidFill>
              </a:rPr>
              <a:t>Category-level CVR, rating, return rate, and pricing benchmarks. "Your CVR is 2.3% vs. 4.1% category average — sellers above 4% share these 3 listing attributes." Actionable gap, not raw data.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654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88720" y="465429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Weekly Action Cards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188720" y="492861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A855"/>
                </a:solidFill>
              </a:rPr>
              <a:t>Every Sunday: 3–5 Action Cards ranked by estimated GMV impact. Each card: problem + root cause + recommended action + estimated uplift. One-tap to act (restock / run ad / fix listing).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1480" y="5650992"/>
            <a:ext cx="8321040" cy="566928"/>
          </a:xfrm>
          <a:prstGeom prst="rect">
            <a:avLst/>
          </a:prstGeom>
          <a:solidFill>
            <a:srgbClr val="1E1400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687568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D34D"/>
                </a:solidFill>
              </a:rPr>
              <a:t>PhonePe Proof: Built Propensity-to-Transact CDP that replaced static rules with real-time user-level signals — same architecture: data signals → ML root cause → automated action recommendation (32% marketing burn reduction, GMV maintained).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000"/>
                </a:solidFill>
              </a:rPr>
              <a:t>4 Key Screen States — Intelligence to Action in One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01 — Insights Home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84632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GMV ↓₹18,400 (−12%)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🔴 Stockout risk · High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🟡 Image quality · Med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Price competitive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📦 Action: Restock Vit 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🖼️ Action: Add 3 images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View All Actions ]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66344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AI summary of week's performance, 3 KPI mini-cards, and ranked action cards. From landing to first action: under 60 seconds.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87752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2587752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02 — AI Q&amp;A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660904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💬 "Why did my Vit C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Serum drop this week?"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🤖 3 root causes: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Rank: Page1 → Page3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(−62% impressions)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Return rate +6%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(4 reviews flagged)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Competitor: −15%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What should I do? ]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642616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Natural language: "Why did my serum drop?" → 3 root causes (rank, return rate, competitor pricing) with source data linked.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64024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764024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03 — Alert Detail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37176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⚠️ Stockout Risk · HIGH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 C Serum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144 units · 3 days left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📈 Velocity trending up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Mon ██ 28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Thu ████ 42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Sun █████ 52 /day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🟢 [ Raise Restock Order 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18888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Stockout risk alert: 144 units, 3 days left, velocity chart (Mon–Sun trending). 3-step resolution flow. "Raise Restock Order" CTA.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40296" y="1261872"/>
            <a:ext cx="1993392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940296" y="1261872"/>
            <a:ext cx="19933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04 — Benchmark View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13448" y="1664208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📊 CVR Benchmarks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You  ██ 2.3%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  ████ 4.1%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Top  ██████ 6.4%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⭐ Ratings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You: 4.2★ vs 3.8★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─────────────────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See Gap-Closing Tips ]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995160" y="4517136"/>
            <a:ext cx="188366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</a:rPr>
              <a:t>CVR 2.3% vs. 4.1% category vs. 6.4% top-10%. Bar charts. Gap-closing action cards: "Sellers above 4% share 3 listing attributes."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629107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</a:rPr>
              <a:t>Live prototype: nykaa-selleriq-prototype.html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D34D"/>
                </a:solidFill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Projected Impact — Grounded in PhonePe CDP &amp; Suppression Platform Proof Points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</a:rPr>
              <a:t>SELLER IMPACT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61772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59E0B"/>
                </a:solidFill>
              </a:rPr>
              <a:t>NYKAA PLATFORM ROI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11480" y="1755648"/>
            <a:ext cx="4005072" cy="658368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 28%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993392" y="1801368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GMV per seller (alert-active)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523744"/>
            <a:ext cx="4005072" cy="658368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↓ 65%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993392" y="2569464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Stockout-related rank drops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4005072" cy="658368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 18%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993392" y="3337560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CVR via listing improvements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4059936"/>
            <a:ext cx="4005072" cy="658368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 3.2×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993392" y="4105656"/>
            <a:ext cx="2377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Seller dashboard DAU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17720" y="1755648"/>
            <a:ext cx="4096512" cy="658368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801368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↓ 40%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199632" y="1801368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Return rate (root cause closed faster)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2523744"/>
            <a:ext cx="4096512" cy="658368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0" y="2569464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₹0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99632" y="2569464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Incremental seller support ops cost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17720" y="3291840"/>
            <a:ext cx="4096512" cy="658368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0" y="333756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 22%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199632" y="3337560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Seller retention (12-month)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17720" y="4059936"/>
            <a:ext cx="4096512" cy="658368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4105656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</a:rPr>
              <a:t>↑ 15%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199632" y="4105656"/>
            <a:ext cx="24688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Catalog health score platform-wide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1480" y="4974336"/>
            <a:ext cx="8321040" cy="7498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5029200"/>
            <a:ext cx="80101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Every GMV point recovered by a seller is platform GMV. SellerIQ is a zero-subsidy lever: it makes existing inventory and listings perform better — no discounts, no new traffic acquisition, just execution intelligence.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000"/>
                </a:solidFill>
              </a:rPr>
              <a:t>I Built This. Here's the Proof.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3840480" cy="3730752"/>
          </a:xfrm>
          <a:prstGeom prst="rect">
            <a:avLst/>
          </a:prstGeom>
          <a:solidFill>
            <a:srgbClr val="0F0A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417320"/>
            <a:ext cx="35295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What I Built at PhonePe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58368" y="182880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Built Propensity-to-Transact CDP: real-time user-level scoring replacing ₹1,000+ Cr/yr static rules — same root-cause signal architecture as SellerIQ alerts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58368" y="242316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Diagnosed 60%+ cart abandonment: identified 3 root causes (cart value, intent, time signals) → built targeted intervention engine (35% AOV uplift)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301752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Owned full DS collaboration cycle: feature engineering → model → production → monitoring with clear P&amp;L accountability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361188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Built offer eligibility surfacing across 350M MAU with real-time signal-to-UI pipeline — same data-to-insight layer as SellerIQ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8368" y="4206240"/>
            <a:ext cx="3438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A/B tested 6 campaign variants; built performance dashboards used by 15-person ops team weekly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07408" y="1298448"/>
            <a:ext cx="4297680" cy="373075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417320"/>
            <a:ext cx="40050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</a:rPr>
              <a:t>How It Maps to This JD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53712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Propensity-to-Transact CDP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182880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SellerIQ predictive alert engine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53712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Root cause diagnosis (cart abandon)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0" y="242316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SellerIQ daily AI brief + Q&amp;A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53712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Signal-to-UI pipeline (350M MAU)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83680" y="301752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SellerIQ real-time insights layer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53712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DS collaboration (ML in production)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583680" y="361188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SellerIQ ML model scoping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53712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44444"/>
                </a:solidFill>
              </a:rPr>
              <a:t>Performance dashboards for ops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83680" y="4206240"/>
            <a:ext cx="20116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→ SellerIQ benchmark + action cards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11480" y="5138928"/>
            <a:ext cx="8321040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175504"/>
            <a:ext cx="801014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FFFFF"/>
                </a:solidFill>
              </a:rPr>
              <a:t>"SellerIQ is the seller-facing version of the same data pipeline I shipped at PhonePe — where signal becomes recommendation becomes action, automatically."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A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CD34D"/>
                </a:solidFill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Phased Rollout — Alert Layer → Q&amp;A → Benchmark Intelligence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371600"/>
            <a:ext cx="2670048" cy="3108960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Month 1–2: Stockout Alerts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5"/>
                </a:solidFill>
              </a:rPr>
              <a:t>Launch predictive stockout alert to 1,000 sellers. Instrument: alert open rate, restock action rate, rank recovery vs. control group. Target: 60% stockout prevented.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64408" y="1371600"/>
            <a:ext cx="2670048" cy="3108960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264408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355848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Month 3–4: Daily Brief + Q&amp;A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5"/>
                </a:solidFill>
              </a:rPr>
              <a:t>Activate AI daily brief (3 root causes per seller). Launch natural language Q&amp;A. Measure: dashboard DAU, seller action rate on recommendations, GMV delta (alert-active vs. passive).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17336" y="1371600"/>
            <a:ext cx="2670048" cy="3108960"/>
          </a:xfrm>
          <a:prstGeom prst="rect">
            <a:avLst/>
          </a:prstGeom>
          <a:solidFill>
            <a:srgbClr val="1E140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6117336" y="1371600"/>
            <a:ext cx="267004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Phase 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08776" y="1938528"/>
            <a:ext cx="24871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D34D"/>
                </a:solidFill>
              </a:rPr>
              <a:t>Month 5–6: Benchmarks + Scale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08776" y="2286000"/>
            <a:ext cx="248716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55"/>
                </a:solidFill>
              </a:rPr>
              <a:t>Launch competitive benchmarking by category. Roll SellerIQ to all sellers. Integrate Action Cards into Seller App home. Target: 28% GMV uplift for SellerIQ-active sellers.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4626864"/>
            <a:ext cx="8321040" cy="658368"/>
          </a:xfrm>
          <a:prstGeom prst="rect">
            <a:avLst/>
          </a:prstGeom>
          <a:solidFill>
            <a:srgbClr val="1E1400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663440"/>
            <a:ext cx="80101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CD34D"/>
                </a:solidFill>
              </a:rPr>
              <a:t>What I need to build this: Seller transaction + inventory data feed · 1 ML engineer (stockout predictor + root cause model) · 1 NLP engineer (Q&amp;A layer) · Seller UX designer for brief + action card flows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11480" y="5394960"/>
            <a:ext cx="8321040" cy="5669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431536"/>
            <a:ext cx="80101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Ajay Avaghade  |  avaghadeajay009@gmail.com  |  +91 9561558439  |  ajay-avaghade.github.io/Portfolio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2026-05-24T14:06:33Z</dcterms:created>
  <dcterms:modified xsi:type="dcterms:W3CDTF">2026-05-24T14:06:33Z</dcterms:modified>
</cp:coreProperties>
</file>