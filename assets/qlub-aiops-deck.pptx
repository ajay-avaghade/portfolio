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QLUB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AI-Ops Hub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Real-time table turnover prediction &amp; accounting reconciliation.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Ajay Avaghade · Product Manager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4114800"/>
            <a:ext cx="2286000" cy="1828800"/>
          </a:xfrm>
          <a:prstGeom prst="rect">
            <a:avLst/>
          </a:prstGeom>
          <a:solidFill>
            <a:srgbClr val="7D00D4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4389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100%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583680" y="5212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Automated POS Sync &amp; Alerts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Payment data sits in silos, unused for operations.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D00D4"/>
                </a:solidFill>
              </a:rPr>
              <a:t>Blind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Waitstaff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don't know when a table is ready to pay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D00D4"/>
                </a:solidFill>
              </a:rPr>
              <a:t>2 Hrs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Manual Sync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3566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spent daily reconciling POS and payment gateways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D00D4"/>
                </a:solidFill>
              </a:rPr>
              <a:t>Lost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9224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Table Turns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3566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due to operational latency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303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Insight: Qlub has the ultimate operational trigger — the payment state.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0C0C"/>
                </a:solidFill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0C0C"/>
                </a:solidFill>
              </a:rPr>
              <a:t>From static analytics to Agentic Ops.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840480" cy="228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CURRENT: Static Dashboards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0C0C"/>
                </a:solidFill>
              </a:rPr>
              <a:t>❌ Managers pull reports end of day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C0C0C"/>
                </a:solidFill>
              </a:rPr>
              <a:t>❌ Waitstaff check tables visually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C0C0C"/>
                </a:solidFill>
              </a:rPr>
              <a:t>❌ Manual ERP sync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3108960"/>
            <a:ext cx="731520" cy="731520"/>
          </a:xfrm>
          <a:prstGeom prst="ellipse">
            <a:avLst/>
          </a:prstGeom>
          <a:solidFill>
            <a:srgbClr val="0C0C0C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2286000"/>
            <a:ext cx="3840480" cy="2286000"/>
          </a:xfrm>
          <a:prstGeom prst="rect">
            <a:avLst/>
          </a:prstGeom>
          <a:solidFill>
            <a:srgbClr val="7D00D4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PROPOSED: AI-Ops Hub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31089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AI predicts payment intent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Nudges waiters proactively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Auto-reconciles POS nightly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THE MECHANIC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Predictive Ops work.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548640" cy="548640"/>
          </a:xfrm>
          <a:prstGeom prst="ellipse">
            <a:avLst/>
          </a:prstGeom>
          <a:solidFill>
            <a:srgbClr val="7D00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Monitor POS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2743200"/>
            <a:ext cx="548640" cy="548640"/>
          </a:xfrm>
          <a:prstGeom prst="ellipse">
            <a:avLst/>
          </a:prstGeom>
          <a:solidFill>
            <a:srgbClr val="7D00D4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 Turnover 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2743200"/>
            <a:ext cx="548640" cy="548640"/>
          </a:xfrm>
          <a:prstGeom prst="ellipse">
            <a:avLst/>
          </a:prstGeom>
          <a:solidFill>
            <a:srgbClr val="7D00D4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Alert Waiter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94960" y="2743200"/>
            <a:ext cx="548640" cy="548640"/>
          </a:xfrm>
          <a:prstGeom prst="ellipse">
            <a:avLst/>
          </a:prstGeom>
          <a:solidFill>
            <a:srgbClr val="7D00D4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Auto-Drop Bill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2743200"/>
            <a:ext cx="548640" cy="548640"/>
          </a:xfrm>
          <a:prstGeom prst="ellipse">
            <a:avLst/>
          </a:prstGeom>
          <a:solidFill>
            <a:srgbClr val="7D00D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Nightly Sync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017520"/>
            <a:ext cx="640080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* Tested successfully at PhonePe: B2B dashboards with actionable insights drive 500% higher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0C0C"/>
                </a:solidFill>
              </a:rPr>
              <a:t>THE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0C0C"/>
                </a:solidFill>
              </a:rPr>
              <a:t>The merchant control plane.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192024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00D4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AI Dashboard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0C0C"/>
                </a:solidFill>
              </a:rPr>
              <a:t>Live floor &amp; urgent alerts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[ UI MOCKUP 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2286000"/>
            <a:ext cx="192024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00D4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Table Detail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3200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0C0C"/>
                </a:solidFill>
              </a:rPr>
              <a:t>AI prediction score &amp; POS 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41148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[ UI MOCKUP 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286000"/>
            <a:ext cx="192024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00D4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Auto-Sync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200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0C0C"/>
                </a:solidFill>
              </a:rPr>
              <a:t>Zero discrepancy accounting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41148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[ UI MOCKUP 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2286000"/>
            <a:ext cx="192024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00D4"/>
                </a:solidFill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Automation Settings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3200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0C0C"/>
                </a:solidFill>
              </a:rPr>
              <a:t>Configurable agent rules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41148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[ UI MOCKUP 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IMPACT &amp; ROI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Unmatched B2B stickiness.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00D4"/>
                </a:solidFill>
              </a:rPr>
              <a:t>For Restaurants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00D4"/>
                </a:solidFill>
              </a:rPr>
              <a:t>For Qlub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 Hrs Saved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Daily in accounting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2743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Lower Churn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Indispensable tool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Faster Turns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Via proactive nudges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3840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Moat Creation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Beyond just payments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669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ROI: Qlub becomes the operating system for the restaurant floor.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00D4"/>
                </a:solidFill>
              </a:rPr>
              <a:t>PROOF OF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PhonePe B2B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Built zero-to-one self-serve platform for 5,000+ merchants. Focused heavily on operational tooling and reconciliation APIs.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00D4"/>
                </a:solidFill>
              </a:rPr>
              <a:t>→ 5,000+ Merchants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7D00D4"/>
                </a:solidFill>
              </a:rPr>
              <a:t>→ 30-min Ops TAT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0C0C"/>
                </a:solidFill>
              </a:rPr>
              <a:t>Why this matters for Qlub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1. I know how to build B2B tools that merchants actually use.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2. I understand complex ledger/reconciliation logic.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3. I use AI to automate operational drag.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ROLLOUT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From prototype to launch.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560320" cy="1645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00D4"/>
                </a:solidFill>
              </a:rPr>
              <a:t>Phase 1: Basic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Surface live POS table data securely to waitstaff iPads.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2286000"/>
            <a:ext cx="2560320" cy="1645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00D4"/>
                </a:solidFill>
              </a:rPr>
              <a:t>Phase 2: Predictive Alerts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ML models train on wait times to start sending nudges.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286000"/>
            <a:ext cx="2560320" cy="1645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00D4"/>
                </a:solidFill>
              </a:rPr>
              <a:t>Phase 3: ERP Integration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Direct webhook sync for zero-click accounting.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846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0C0C"/>
                </a:solidFill>
              </a:rPr>
              <a:t>Let's build this together.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5394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ajay-avaghade.github.io/Portfolio · +91 9561558439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2026-06-14T06:01:35Z</dcterms:created>
  <dcterms:modified xsi:type="dcterms:W3CDTF">2026-06-14T06:01:35Z</dcterms:modified>
</cp:coreProperties>
</file>