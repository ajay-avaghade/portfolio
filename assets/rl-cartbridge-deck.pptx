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6858000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7059168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260336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7461504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7662672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7863840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8065008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8266176" y="0"/>
            <a:ext cx="9144" cy="6858000"/>
          </a:xfrm>
          <a:prstGeom prst="line">
            <a:avLst/>
          </a:prstGeom>
          <a:noFill/>
          <a:ln w="1016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20040"/>
            <a:ext cx="1645920" cy="292608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FFFFFF"/>
                </a:solidFill>
              </a:rPr>
              <a:t>RALPH LAUREN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11480" y="1325880"/>
            <a:ext cx="45720" cy="1463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801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CartBridge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94360" y="2029968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Recovering Revenue When the Right Size Is Not in Store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2651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Presented by Ajay Avaghade  ·  Growth &amp; Monetization 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5120640"/>
            <a:ext cx="2286000" cy="146304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83680" y="58338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stock-out recovery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rate (pilot)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Ralph Lauren Corporation  ·  Omnichannel &amp; Retail Technology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Don't Have Your Size" Is Ralph Lauren Handing the Sale to a Competitor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06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2120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In-store visits end in a stock-out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Customer wants the item; the correct size simply is not on the floor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5584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Est. annual US luxury apparel lost to stock-out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Majority walk out empty-handed and buy elsewhere within 7 days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sec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9048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associate spends on cross-channel recovery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No tool exists to check sister stores, DC, or online — associates give 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451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Root cause: Stock-out is treated as a dead end, not as a fulfilment trigger. CartBridge converts every size mismatch into a recoverable sale — in 47 seconds flat.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D2027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Stock-Out Is Not a Lost Sale. It Is a Fulfilment Problem in Disguise.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3291840"/>
          </a:xfrm>
          <a:prstGeom prst="rect">
            <a:avLst/>
          </a:prstGeom>
          <a:solidFill>
            <a:srgbClr val="F0EA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2027"/>
                </a:solidFill>
              </a:rPr>
              <a:t>Without CartBridge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Associate checks back room — no result, no system to query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774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Customer asks about sister stores — associate cannot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8163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"Sorry, we don't have your size" — conversation ends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32552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Customer leaves. Buys from Net-a-Porter or Saks the same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6941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Lost revenue is invisible — never captured in any report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33088" y="2743200"/>
            <a:ext cx="548640" cy="548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308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77640" cy="3291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With CartBridge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POS scan triggers instant stock-out alert with 3 recovery options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Real-time inventory: sister store location, DC timeline, online stock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8163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Customer pays in-store; chooses shipping address on associate device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255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Order confirmed in 47 seconds. Sale captured. Customer delighted.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694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Recovery rate, rescued revenue, and SKU intelligence all tracked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919472"/>
            <a:ext cx="83210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96519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</a:rPr>
              <a:t>Key insight: The inventory exists — it just is not visible to the person who needs it most. CartBridge is the layer that surfaces it at the moment of loss.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Seconds from Stock-Out Alert to Order Confirmed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04672" y="1463040"/>
            <a:ext cx="0" cy="4114800"/>
          </a:xfrm>
          <a:prstGeom prst="line">
            <a:avLst/>
          </a:prstGeom>
          <a:noFill/>
          <a:ln w="12700">
            <a:solidFill>
              <a:srgbClr val="C9A84C">
                <a:alpha val="5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 Scan Triggers Alert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Associate scans item barcode. CartBridge detects size mismatch against in-store stock. Stock-out alert appears on associate device — no manual lookup required.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Recovery Options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Three channels surface instantly: sister store availability (with aisle and rack), DC stock with ship date, and online warehouse inventory count.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872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Chooses Channel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2186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Associate presents options. Customer picks ship-to-home or suggests sister store pickup. Associate confirms size and colour match on the live inventory view.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In-Store 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05993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Customer pays on existing POS. Delivery address confirmed on associate device. Full order summary displayed — price, shipping (complimentary), and ETA.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626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Fulfilment + Intelligence Loop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90118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Order dispatched from DC or online. Recovery logged to dashboard: SKU, store, channel used, time-to-close. Manager sees recovered revenue by associate and by SKU daily.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7058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</a:rPr>
              <a:t>PhonePe proof: Built the merchant onboarding self-serve platform that cut TAT from 2 days to 30 minutes — same design principle: surface the right option at the exact moment of friction.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D2027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Screens — Stock-Out to Order in Under a Minute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 Stock Alert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⚠ SIZE M OUT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Wool Blazer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Navy $1,295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5th Ave ✓ 2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DC → 2 days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Auto-triggered on barcode scan. Burgund alert banner, item detail, 3-channel availability summary (sister store / DC / online), customer LTV context, dual CTA.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Inventory 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5th Ave: 2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Floor 3, C7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NJ DC: In DC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Ships Tue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Online: 4 left│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33472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Full cross-channel view: sister store with rack location, DC with ship date, online with unit count. Size grid showing all sizes and in-store availability. Real-time.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8032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Ship-to-Home Checkout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ORDER SUMMARY│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Wool Blazer M│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$1,295.00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Ship: FREE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Total $1,409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09744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In-store payment flow. 4-step progress bar. Order summary with complimentary shipping. Saved address confirmation. 2-day ETA. Secure checkout button.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94576" y="1170432"/>
            <a:ext cx="1993392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94576" y="1170432"/>
            <a:ext cx="1993392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4304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4304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Fulfilment Ops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04304" y="2084832"/>
            <a:ext cx="1755648" cy="18745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1736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Recovery: 73%│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$184K rescued│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47s avg close│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SoHo:    78%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5th Ave: 71%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86016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Store manager view: 73% recovery rate, $184K rescued, 68% ship-to-home rate, 47s avg close time. Recovery by store with progress bars. Top stock-out SKUs with shipped count.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55046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4"/>
                </a:solidFill>
              </a:rPr>
              <a:t>Interactive prototype: rl-cartbridge-prototype.html  ·  All 4 screen states 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Impact — Built on PhonePe Proof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CUSTOMER &amp; ASSOCIATE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550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6550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Stock-out recovery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9842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vs. 0% without CartBridge (sale simply lost)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94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$184K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1640" y="25694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Weekly revenue rescued per flagship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8986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Sales that would have gone to competitors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838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sec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34838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time: alert to order confirmed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13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Removes associate friction from recovery flow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3434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3982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91640" y="43982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Ship-to-home orders as % of visits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New fulfilment channel activated in-store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</a:rPr>
              <a:t>RALPH LAUREN — BUSINESS ROI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6002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6550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+$9.6M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89320" y="16550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Annual revenue recovery — SoHo alone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$184K/week x 52 weeks across 1 flagship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5694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89320" y="25694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 cost to Ralph Lauren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8986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Ship-to-home fulfilled from existing DC stock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4290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4838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989320" y="34838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Reduction in stock-out abandonment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813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Pilot vs. control stores without CartBridge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343400"/>
            <a:ext cx="402336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43982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12mo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989320" y="43982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Payback on engineering investment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Revenue rescue alone covers build cost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5440680"/>
            <a:ext cx="8321040" cy="502920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486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CartBridge does not add a new cost — it recovers revenue that was already being permanently lost. Every recovered sale is pure incremental GMV.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7D2027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the Equivalent. Here is the Proof.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023360" cy="429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Self-serve merchant onboarding platform — cut TAT from 2 days to 30 minutes, eliminating the manual friction that caused merchants to abandon mid-flow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Multi-tenant referral engine — acquired 5,000+ B2B merchants and 5Mn+ new users/month at 23% lower CAC vs prior manual process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Zero-to-one build of the entire platform — no existing infrastructure; scoped, shipped, and scaled from scratch with cross-functional team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Operated at 350M MAU scale — every decision on latency, real-time data, and fallback logic had to work at national UPI volume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451713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Result: 5,000+ merchants, 30-min onboarding TAT, 23% lower CAC — all in under 12 months from zero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023360" cy="42976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2027"/>
                </a:solidFill>
              </a:rPr>
              <a:t>How It Maps to CartBridge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Merchant onboarding friction removal  →  Stock-out recovery friction removal (same design philosophy)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0-to-1 platform with no prior infrastructure  →  CartBridge is greenfield inside RL retail tech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Real-time inventory + routing at scale  →  Cross-channel stock visibility (store / DC / online)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Merchant self-serve tool  →  Associate-facing recovery tool with zero training overhead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451713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✓  CAC reduction through process automation  →  Revenue rescue through fulfilment automation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5577840"/>
            <a:ext cx="8321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5623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</a:rPr>
              <a:t>"I built a platform that turned a 2-day manual process into a 30-minute self-serve flow. CartBridge is the same problem — turning a dead-end conversation into a 47-second sale."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84C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Launch — 6-Month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633472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1–2: 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Deploy CartBridge to 2 flagship stores (SoHo + 5th Ave). Instrument stock-out events, recovery rate, and revenue rescued. Benchmark vs. control stores with no tool.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170432"/>
            <a:ext cx="2633472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7043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2424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3–4: Optimise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Tune real-time inventory API latency. Add sister-store reserve flow (hold 30 min for transfer). Launch Fulfilment Dashboard for store managers. A/B test CTA placement for ship-to-home.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170432"/>
            <a:ext cx="2633472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170432"/>
            <a:ext cx="263347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5–6: Full Rollout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Expand to all 20+ North America flagship and outlet stores. Integrate CartBridge stock intelligence into weekly restock planning. Launch SKU-level demand signal reporting for merchandising team.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90288"/>
            <a:ext cx="8321040" cy="841248"/>
          </a:xfrm>
          <a:prstGeom prst="rect">
            <a:avLst/>
          </a:prstGeom>
          <a:solidFill>
            <a:srgbClr val="7D2027"/>
          </a:solidFill>
          <a:ln w="12700">
            <a:solidFill>
              <a:srgbClr val="7D2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 Need to Build This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9377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DDD"/>
                </a:solidFill>
              </a:rPr>
              <a:t>Real-time inventory API access (in-store + DC + online)  ·  1 backend engineer for stock routing layer  ·  POS integration (existing associate device)  ·  Pilot budget for 2 flagship stores  ·  Alignment with Supply Chain on DC ship SLA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Ajay Avaghade  ·  avaghadeajay009@gmail.com  ·  +91 9561558439  ·  linkedin.com/in/ajay-avaghade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2026-05-22T17:52:57Z</dcterms:created>
  <dcterms:modified xsi:type="dcterms:W3CDTF">2026-05-22T17:52:57Z</dcterms:modified>
</cp:coreProperties>
</file>