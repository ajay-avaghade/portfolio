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109728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2743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6459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30175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500000">
            <a:off x="43891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500000">
            <a:off x="57607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71323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500000">
            <a:off x="85039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500000">
            <a:off x="98755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260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RETAIL  ·  MARKETPLACE PRODUCT  ·  CASE STUDY 01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8229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SellerOS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20040" y="2121408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SME Marketplace Sellers from Dormant to Thriving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" y="2706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Product Manager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200400"/>
            <a:ext cx="2560320" cy="1508760"/>
          </a:xfrm>
          <a:prstGeom prst="rect">
            <a:avLst/>
          </a:prstGeom>
          <a:solidFill>
            <a:srgbClr val="180A12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101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309360" y="4041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seller rate at 90 days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901184"/>
            <a:ext cx="9144000" cy="246888"/>
          </a:xfrm>
          <a:prstGeom prst="rect">
            <a:avLst/>
          </a:prstGeom>
          <a:solidFill>
            <a:srgbClr val="120810"/>
          </a:solidFill>
          <a:ln w="12700">
            <a:solidFill>
              <a:srgbClr val="1208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01184"/>
            <a:ext cx="1645920" cy="246888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Marketplace Sellers Go Inactive Within 90 Days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Killing GMV and the SME Mission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0352" y="1719072"/>
            <a:ext cx="2487168" cy="1938528"/>
          </a:xfrm>
          <a:prstGeom prst="rect">
            <a:avLst/>
          </a:prstGeom>
          <a:solidFill>
            <a:srgbClr val="180A12"/>
          </a:solidFill>
          <a:ln w="12700">
            <a:solidFill>
              <a:srgbClr val="3A1A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8105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inactivity rate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deployed, GMV never generated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36976" y="1719072"/>
            <a:ext cx="2487168" cy="1938528"/>
          </a:xfrm>
          <a:prstGeom prst="rect">
            <a:avLst/>
          </a:prstGeom>
          <a:solidFill>
            <a:srgbClr val="180A12"/>
          </a:solidFill>
          <a:ln w="12700">
            <a:solidFill>
              <a:srgbClr val="3A1A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74136" y="18105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46704" y="2267712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640/mo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46704" y="286207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GMV loss per inactive seller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46704" y="324612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Compounded across 500+ seller cohort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0" y="1719072"/>
            <a:ext cx="2487168" cy="1938528"/>
          </a:xfrm>
          <a:prstGeom prst="rect">
            <a:avLst/>
          </a:prstGeom>
          <a:solidFill>
            <a:srgbClr val="180A12"/>
          </a:solidFill>
          <a:ln w="12700">
            <a:solidFill>
              <a:srgbClr val="3A1A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8105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53328" y="2267712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53328" y="286207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signals to sellers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53328" y="324612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pricing intel, no campaign tools, no milestone incentive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858768"/>
            <a:ext cx="54864" cy="804672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0448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Sellers lack pricing signals, campaign tools, and any milestone incentive to stay active. Category managers spend 80% of their time fighting fires instead of growing the category.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Don't Need Another Dashboard. They Need a Coach.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13632" cy="2395728"/>
          </a:xfrm>
          <a:prstGeom prst="rect">
            <a:avLst/>
          </a:prstGeom>
          <a:solidFill>
            <a:srgbClr val="0C0408"/>
          </a:solidFill>
          <a:ln w="12700">
            <a:solidFill>
              <a:srgbClr val="2A102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13632" cy="329184"/>
          </a:xfrm>
          <a:prstGeom prst="rect">
            <a:avLst/>
          </a:prstGeom>
          <a:solidFill>
            <a:srgbClr val="2C1020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7218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Status Quo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36850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pricing signal → sellers price blind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campaign tool → zero promotion capability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Flat onboarding → no behaviour change after day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Category manager reactive, not proactive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73168" y="1417320"/>
            <a:ext cx="3913632" cy="2395728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417320"/>
            <a:ext cx="3913632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47218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SellerOS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892808"/>
            <a:ext cx="36850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pricing nudge: 'Your SKU is 18% above median'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3-click campaign builder + Eid-timed promotions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Milestone commission credit: hit AED 12K → earn AED 200 waiver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Health score + ops console proactively flags breaches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15968" y="2359152"/>
            <a:ext cx="512064" cy="512064"/>
          </a:xfrm>
          <a:prstGeom prst="ellipse">
            <a:avLst/>
          </a:prstGeom>
          <a:solidFill>
            <a:srgbClr val="E8001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1596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005072"/>
            <a:ext cx="8229600" cy="768096"/>
          </a:xfrm>
          <a:prstGeom prst="rect">
            <a:avLst/>
          </a:prstGeom>
          <a:solidFill>
            <a:srgbClr val="FFF8E0"/>
          </a:solidFill>
          <a:ln w="12700">
            <a:solidFill>
              <a:srgbClr val="E8C8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05072"/>
            <a:ext cx="54864" cy="768096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5079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milestone waiver costs MAF nothing net — by the time the seller hits the GMV goal, the additional commission has already paid for the credit many times over.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Levers, One Health Score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78992" y="1682496"/>
            <a:ext cx="6656832" cy="0"/>
          </a:xfrm>
          <a:prstGeom prst="line">
            <a:avLst/>
          </a:prstGeom>
          <a:noFill/>
          <a:ln w="25400">
            <a:solidFill>
              <a:srgbClr val="5A30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20040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115568"/>
            <a:ext cx="402336" cy="402336"/>
          </a:xfrm>
          <a:prstGeom prst="ellipse">
            <a:avLst/>
          </a:prstGeom>
          <a:solidFill>
            <a:srgbClr val="E8001B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joins marketplace. SellerOS health score activated. Milestone window opens: 90 days to AED 12K GMV.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84248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115568"/>
            <a:ext cx="402336" cy="402336"/>
          </a:xfrm>
          <a:prstGeom prst="ellipse">
            <a:avLst/>
          </a:prstGeom>
          <a:solidFill>
            <a:srgbClr val="E8001B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75688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75688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AI scans category median. SKUs overpriced by &gt;10% trigger alert. Seller gets 1-click price recommendation.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48456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06240" y="1115568"/>
            <a:ext cx="402336" cy="402336"/>
          </a:xfrm>
          <a:prstGeom prst="ellipse">
            <a:avLst/>
          </a:prstGeom>
          <a:solidFill>
            <a:srgbClr val="E8001B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9896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Builder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39896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launches promotion in 3 clicks: SKU → discount % → audience → live. No ops team required.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12664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70448" y="1115568"/>
            <a:ext cx="402336" cy="402336"/>
          </a:xfrm>
          <a:prstGeom prst="ellipse">
            <a:avLst/>
          </a:prstGeom>
          <a:solidFill>
            <a:srgbClr val="E8001B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04104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Engine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04104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visible in dashboard. Nudges at 50%, 80%, 95% completion. Hit goal → AED 200 commission credit auto-applied.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76872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34656" y="1115568"/>
            <a:ext cx="402336" cy="402336"/>
          </a:xfrm>
          <a:prstGeom prst="ellipse">
            <a:avLst/>
          </a:prstGeom>
          <a:solidFill>
            <a:srgbClr val="E8001B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34656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68312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Console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68312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manager sees seller health grid. Breach alert → send nudge or escalate. Real-time, no Excel lag.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4370832"/>
            <a:ext cx="8503920" cy="429768"/>
          </a:xfrm>
          <a:prstGeom prst="rect">
            <a:avLst/>
          </a:prstGeom>
          <a:solidFill>
            <a:srgbClr val="12081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07408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tested at PhonePe: Milestone waiver drove 60% improvement in 90-day device activation vs flat discount control.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 States — Seller Journey End to End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1920240" cy="54864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353312"/>
            <a:ext cx="347472" cy="237744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Home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72/100. GMV vs target. Milestone progress bar at 70%. Actionable alert: 2 SKUs overpriced.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188720"/>
            <a:ext cx="1920240" cy="5486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353312"/>
            <a:ext cx="347472" cy="23774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0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Pricing Engine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SKU-by-SKU recommendation. Your price vs category median vs optimal. Est. revenue impact per change. 1-click apply.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17136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17136" y="1188720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353312"/>
            <a:ext cx="347472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26864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Live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26864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3-click campaign builder → success state. Reach: 45K shoppers. Expected GMV: +AED 1.2K. Milestone contribution shown.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1188720"/>
            <a:ext cx="1920240" cy="5486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93408" y="1353312"/>
            <a:ext cx="347472" cy="23774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93408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Console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93408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manager view. Seller health grid. Breach (red), At Risk (orange), Healthy (green). 1-click nudge or escalation.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maf-selleros-prototype.html  ·  All 4 states interactive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PhonePe Proof Points — Adjusted for MAF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77640" cy="274320"/>
          </a:xfrm>
          <a:prstGeom prst="rect">
            <a:avLst/>
          </a:prstGeom>
          <a:solidFill>
            <a:srgbClr val="180A12"/>
          </a:solidFill>
          <a:ln w="12700">
            <a:solidFill>
              <a:srgbClr val="180A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27432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Impact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60%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rate at 90 days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40% baseline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GMV per seller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688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AI + campaigns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35%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churn rate (1–3 mo)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creates lock-in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3774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+AED 640/mo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688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uplift from pricing AI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688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seller, projected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63440" y="1188720"/>
            <a:ext cx="3977640" cy="274320"/>
          </a:xfrm>
          <a:prstGeom prst="rect">
            <a:avLst/>
          </a:prstGeom>
          <a:solidFill>
            <a:srgbClr val="180A12"/>
          </a:solidFill>
          <a:ln w="12700">
            <a:solidFill>
              <a:srgbClr val="180A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188720"/>
            <a:ext cx="54864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Platform ROI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200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548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commission credit cost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milestone hit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7208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122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12,000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122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GMV before credit fires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122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cost structure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634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~1.7%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548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as % of GMV generated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free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208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122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18%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122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mgr capacity freed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122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→ proactive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0" y="1188720"/>
            <a:ext cx="0" cy="3127248"/>
          </a:xfrm>
          <a:prstGeom prst="line">
            <a:avLst/>
          </a:prstGeom>
          <a:noFill/>
          <a:ln w="12700">
            <a:solidFill>
              <a:srgbClr val="3A182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20040" y="4498848"/>
            <a:ext cx="8503920" cy="365760"/>
          </a:xfrm>
          <a:prstGeom prst="rect">
            <a:avLst/>
          </a:prstGeom>
          <a:solidFill>
            <a:srgbClr val="180A12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26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milestone credit only fires AFTER the seller has already hit the GMV target — making this a zero-net-cost stickiness lever.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at PhonePe. Here's the Direct Map.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2651760"/>
          </a:xfrm>
          <a:prstGeom prst="rect">
            <a:avLst/>
          </a:prstGeom>
          <a:solidFill>
            <a:srgbClr val="0C0408"/>
          </a:solidFill>
          <a:ln w="12700">
            <a:solidFill>
              <a:srgbClr val="2A102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329184"/>
          </a:xfrm>
          <a:prstGeom prst="rect">
            <a:avLst/>
          </a:prstGeom>
          <a:solidFill>
            <a:srgbClr val="2C1020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— What I Built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03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5,000+ B2B merchants — self-serve PG integration platform, 23% lower CAC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A/B tested milestone rental waiver vs cashback — 60% improvement in 90-day device activation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Rebuilt ₹100Cr rewards portfolio — ML marketplace, 500+ brand partners, 11% YoY revenue growth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Replaced 6 siloed workflows — unified ops layer, TAT 2d→4h, −68% escalation tickets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931920" cy="2651760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393192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Map to SellerOS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703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SellerOS self-serve campaign builder + onboarding milestone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SellerOS milestone commission credit mechanic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SellerOS AI pricing engine + brand self-serve tooling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SellerOS ops console with health score + breach alerting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15968" y="2359152"/>
            <a:ext cx="512064" cy="512064"/>
          </a:xfrm>
          <a:prstGeom prst="ellipse">
            <a:avLst/>
          </a:prstGeom>
          <a:solidFill>
            <a:srgbClr val="E8001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1596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180A12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41648"/>
            <a:ext cx="54864" cy="749808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87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a case study. This is architecture I’ve shipped — applied to MAF’s marketplace problem.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Zero Risk Pilot to Full Category Rollout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33472" cy="24505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33472" cy="54864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9768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8470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50 Sellers / 1 Category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304288"/>
            <a:ext cx="2414016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95728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SellerOS to 50 newly onboarded Gourmet &amp; Specialty sellers. Instrument health score, pricing alerts, milestone tracking. Measure 90-day activation rate vs control group.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18104" y="1188720"/>
            <a:ext cx="2633472" cy="24505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18104" y="1188720"/>
            <a:ext cx="2633472" cy="5486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27832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27832" y="18470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A/B 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2304288"/>
            <a:ext cx="2414016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2395728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Milestone Credit vs Flat Discount A/B across 500 sellers. Launch campaign builder for ops-lite cohort. Tune pricing AI thresholds based on pilot data.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16168" y="1188720"/>
            <a:ext cx="2633472" cy="24505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16168" y="1188720"/>
            <a:ext cx="26334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25896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25896" y="18470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Marketplace Rollout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25896" y="2304288"/>
            <a:ext cx="2414016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2395728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SellerOS to all new seller onboarding. Integrate Ma’an SME programme as priority cohort. Scale ops console to all category managers.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803904"/>
            <a:ext cx="8503920" cy="621792"/>
          </a:xfrm>
          <a:prstGeom prst="rect">
            <a:avLst/>
          </a:prstGeom>
          <a:solidFill>
            <a:srgbClr val="120810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03904"/>
            <a:ext cx="54864" cy="621792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need: Seller transaction + inventory data access  ·  1 engineer (pricing API + milestone tracking)  ·  Alignment with Category Management team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20810"/>
          </a:solidFill>
          <a:ln w="12700">
            <a:solidFill>
              <a:srgbClr val="1208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006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 SellerOS — CEO Pitch Deck</dc:title>
  <dc:subject>PptxGenJS Presentation</dc:subject>
  <dc:creator>Ajay Avaghade</dc:creator>
  <cp:lastModifiedBy>Ajay Avaghade</cp:lastModifiedBy>
  <cp:revision>1</cp:revision>
  <dcterms:created xsi:type="dcterms:W3CDTF">2026-05-28T18:57:45Z</dcterms:created>
  <dcterms:modified xsi:type="dcterms:W3CDTF">2026-05-28T18:57:45Z</dcterms:modified>
</cp:coreProperties>
</file>