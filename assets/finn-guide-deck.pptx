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FinnGuide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Financial Literacy Engine &amp; Automated Savings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Ajay Avaghade · Senior Product Manager Candidate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FINN Case Study 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1371600"/>
            <a:ext cx="2743200" cy="274320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20116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943600" y="29260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Engine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Financial Literacy is Often Boring and Ignored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Underbanked users ignore generic blog posts about saving money. They need highly contextual, actionable advice tied directly to their cash flow.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Generic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Static advice doesn't convert.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2743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Cognitive Load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0" y="329184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Traditional banking dashboards are confusing.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2743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Inconsistent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43600" y="329184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Manual saving requires too much willpower.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THE INSIGHT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AI Nudges Delivered at the Perfect Time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3657600" cy="2286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7432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1. Contextual Nudges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The AI predicts when the user has excess cash (e.g., right after a shift) and suggests a micro-saving action instantly.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2286000"/>
            <a:ext cx="3657600" cy="2286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27432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2. Automated Rules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32004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Automate saving by sweeping 5% of every shift directly into a goal, removing willpower from the equation.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PROOF OF 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Why Ajay Is Equipped to Build This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931920" cy="3657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8600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ML Deployment at PhonePe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• Led the deployment of Propensity-to-Transact ML models.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• Replaced static rules with dynamic, AI-driven targeting.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• Achieved a 32% reduction in marketing burn while lifting conversions.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828800"/>
            <a:ext cx="3931920" cy="3657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228600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Mapping to FINN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292608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• Can translate complex ML outputs into a friendly, conversational UX.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• Understands how to build behavioral loops that drive retention.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• Drives platform metrics (AUM, LTV) through product design.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FINN Case Study 2: FinnGuide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0"/>
            <a:ext cx="8229600" cy="1097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4805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Contact: Ajay Avaghade | avaghadeajay009@gmail.com | linkedin.com/in/ajay-avaghade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2026-06-05T16:21:25Z</dcterms:created>
  <dcterms:modified xsi:type="dcterms:W3CDTF">2026-06-05T16:21:25Z</dcterms:modified>
</cp:coreProperties>
</file>