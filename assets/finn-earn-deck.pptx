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FinnEarn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Gig-Income Marketplace &amp; Interstitial Activation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Senior Product Manager Candidate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FINN Case Study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011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Abandonment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Low Engagement with Secondary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Users open the app to withdraw wages. They ignore the "Gig Marketplace" hidden in a side menu because they lack immediate motivation.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Blind Spot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Side menus get ignored.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Loss Aversion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Withdrawal fees feel like a penalty.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2743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Delayed Gratification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0" y="32918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Gigs rarely pay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0617"/>
                </a:solidFill>
              </a:rPr>
              <a:t>Dynamic Interstitial Incentivization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0617"/>
                </a:solidFill>
              </a:rPr>
              <a:t>1. The Interstitial Offer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When users hit "withdraw" and see a fee, immediately offer a micro-task (like a survey) priced exactly to cover that fee.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0617"/>
                </a:solidFill>
              </a:rPr>
              <a:t>2. Instant Crediting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Fulfill FINN's promise of speed. Credit the survey earnings instantly, creating a powerful reward loop.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0617"/>
                </a:solidFill>
              </a:rPr>
              <a:t>Why Ajay Is Equipped to Build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36576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Cart Incentivization at PhonePe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Built a dynamic cart incentivization engine for quick commerce.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Reduced cart abandonment by 60% by offering the right incentive at the right time.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Rebuilt a ₹100Cr rewards portfolio into an ML marketplace.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0617"/>
                </a:solidFill>
              </a:rPr>
              <a:t>Mapping to FINN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20617"/>
                </a:solidFill>
              </a:rPr>
              <a:t>• Deep understanding of behavioral psychology in checkout/withdrawal funnels.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20617"/>
                </a:solidFill>
              </a:rPr>
              <a:t>• Proven ability to match B2B supply (brands) with B2C demand (users).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20617"/>
                </a:solidFill>
              </a:rPr>
              <a:t>• Drives engagement by removing friction.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FINN Case Study 3: FinnEarn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617"/>
                </a:solidFill>
              </a:rPr>
              <a:t>Contact: Ajay Avaghade | avaghadeajay009@gmail.com | linkedin.com/in/ajay-avaghade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2026-06-05T16:21:25Z</dcterms:created>
  <dcterms:modified xsi:type="dcterms:W3CDTF">2026-06-05T16:21:25Z</dcterms:modified>
</cp:coreProperties>
</file>