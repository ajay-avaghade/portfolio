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A5"/>
                </a:solidFill>
              </a:rPr>
              <a:t>EYEWA · CONSUMER EXPERIENCE · Case Study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ProLoop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FA5"/>
                </a:solidFill>
              </a:rPr>
              <a:t>Lens Reorder Engine + Pro Membership Retention — One Flywheel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Ajay Avaghade  ·  Product Manager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560320"/>
            <a:ext cx="2651760" cy="1280160"/>
          </a:xfrm>
          <a:prstGeom prst="rect">
            <a:avLst/>
          </a:prstGeom>
          <a:solidFill>
            <a:srgbClr val="163028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25603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FA5"/>
                </a:solidFill>
              </a:rPr>
              <a:t>+28%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BFA5"/>
                </a:solidFill>
              </a:rPr>
              <a:t>Pro Renewal Rate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3977640"/>
            <a:ext cx="2651760" cy="1005840"/>
          </a:xfrm>
          <a:prstGeom prst="rect">
            <a:avLst/>
          </a:prstGeom>
          <a:solidFill>
            <a:srgbClr val="1630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39776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AED 847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Avg Pro Savings Surfaced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12700">
            <a:solidFill>
              <a:srgbClr val="00BFA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0040" y="5349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Interactive Prototype: eyewa-proloop-prototype.html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Contact Lenses Are eyewa's Most Repurchased SKU — and Its Biggest Churn Risk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737360"/>
            <a:ext cx="2743200" cy="2377440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5"/>
                </a:solidFill>
              </a:rPr>
              <a:t>40%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 eyewa unit volume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Contact lenses — predictable, recurring, yet manually reordered every time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743200" cy="2377440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5"/>
                </a:solidFill>
              </a:rPr>
              <a:t>62%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 members lapse within 12 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3337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AED 99 paid, benefits forgotten, renewal skipped — silent churn at scale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2743200" cy="2377440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5"/>
                </a:solidFill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Proactive supply alerts today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337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Customers run out, scramble to order, turn to competitors like Alcon Direct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297680"/>
            <a:ext cx="8503920" cy="1280160"/>
          </a:xfrm>
          <a:prstGeom prst="rect">
            <a:avLst/>
          </a:prstGeom>
          <a:solidFill>
            <a:srgbClr val="1630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Root cause: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36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eyewa knows when a customer last ordered contacts. It knows their prescription. It knows their Pro membership anniversary date. But it uses none of that to trigger a reorder or save a cancellation — leaving AED 420–840 in Pro BOGO value unclaimed and repeat GMV sitting on the table.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6E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11827"/>
                </a:solidFill>
              </a:rPr>
              <a:t>The Highest-Converting Moment Is the One That Knows the Customer Is About to Run Out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397764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❌ 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Customer runs out of lenses — no alert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8437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Reorder is manual: search → select Rx → enter address → pay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355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Pro dashboard shows AED 0 saved (never opened)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8679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Cancel flow: one button, no save attempt, gone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3799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Rep purchase: 40% of units but 0% proactive engagement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4251960" cy="3291840"/>
          </a:xfrm>
          <a:prstGeom prst="rect">
            <a:avLst/>
          </a:prstGeom>
          <a:solidFill>
            <a:srgbClr val="E0F7F4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6E"/>
                </a:solidFill>
              </a:rPr>
              <a:t>✅  ProLoop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3028"/>
                </a:solidFill>
              </a:rPr>
              <a:t>• 7-day countdown card on home: "13 days of lenses left"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8437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3028"/>
                </a:solidFill>
              </a:rPr>
              <a:t>• 1-tap reorder: Rx + address + payment pre-filled from history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33558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3028"/>
                </a:solidFill>
              </a:rPr>
              <a:t>• Pro dashboard: AED 847 saved / AED 99 cost = 8.5x ROI proof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8679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3028"/>
                </a:solidFill>
              </a:rPr>
              <a:t>• Cancel flow: math-first ("AED 748 ahead net") + 30-day 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4379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3028"/>
                </a:solidFill>
              </a:rPr>
              <a:t>• Auto-set next reminder on every reorder — perpetual flywheel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5212080"/>
            <a:ext cx="850392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21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6E"/>
                </a:solidFill>
              </a:rPr>
              <a:t>Key insight: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The Pro cancel-save works because it argues math, not emotion. "AED 847 saved. AED 99 cost. AED 748 ahead." Customers who see their accumulated savings cancel at 35% lower rates than those shown a generic "are you sure?" modal.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Supply Signal → Reorder Flywheel → Pro Value Proof → Cancel-Save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572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C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37160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63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Supply Scan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On app open: order history → last contact purchase date + pack size → days remaining calculated. If ≤ 14 days: LensLoop card injected on home.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572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C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37744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468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1-Tap Reorder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LensLoop card pre-fills Rx (OD -2.50 / OS -2.75), saved address, saved card. Customer taps "Reorder" — 1 screen, 1 CTA, order placed. Auto-sets next reminder.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4572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C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38328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474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Pro Value Accumulator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Every order: Pro savings delta calculated (BOGO saved + shipping saved + warranty value). Home card shows AED 847 running total. Milestone badge unlocks at 3x, 5x, 8x ROI.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434840"/>
            <a:ext cx="4572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C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438912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480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Renewal Prompt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7548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30 days before renewal: "Your Pro membership saved you AED 847 this year. Renew for AED 99 — that's 8.5x back." One-tap renew. Saves 28% of at-risk renewals.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5440680"/>
            <a:ext cx="4572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C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539496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486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Cancel-Save Flow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57607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Cancel clicked: math modal first (AED 847 saved / AED 99 cost). Primary CTA: "Pause 30 days." Cancel is a tiny underlined link — 35% of intended cancellers pause or stay.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6E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6 Screen States — Full Lens Reorder + Pro Retention Journey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2468880"/>
          </a:xfrm>
          <a:prstGeom prst="rect">
            <a:avLst/>
          </a:prstGeom>
          <a:solidFill>
            <a:srgbClr val="F0FBF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27048"/>
            <a:ext cx="2743200" cy="1463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62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C"/>
                </a:solidFill>
              </a:rPr>
              <a:t>01  Home — LensLoop Alert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Countdown card: 12 days of lenses left (red progress bar). Pro savings card: AED 247 accumulated. Category pills. Pro Deals horizontal scroll tray.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2468880"/>
          </a:xfrm>
          <a:prstGeom prst="rect">
            <a:avLst/>
          </a:prstGeom>
          <a:solidFill>
            <a:srgbClr val="F0FBF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7432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527048"/>
            <a:ext cx="2743200" cy="1463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62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C"/>
                </a:solidFill>
              </a:rPr>
              <a:t>02  LensLoop Supply Detail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5848" y="17830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42px countdown number, supply bar with knob. OD/OS wear grid. Pre-filled address + card. Auto-reminder confirmation on order.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743200" cy="2468880"/>
          </a:xfrm>
          <a:prstGeom prst="rect">
            <a:avLst/>
          </a:prstGeom>
          <a:solidFill>
            <a:srgbClr val="F0FBF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325880"/>
            <a:ext cx="27432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527048"/>
            <a:ext cx="2743200" cy="1463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62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C"/>
                </a:solidFill>
              </a:rPr>
              <a:t>03  Confirm Reorder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1928" y="17830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Order summary, Pro free shipping badge, LensLoop auto-reminder set to Jan 3. Payment pre-filled. One CTA: Place Order.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2743200" cy="2468880"/>
          </a:xfrm>
          <a:prstGeom prst="rect">
            <a:avLst/>
          </a:prstGeom>
          <a:solidFill>
            <a:srgbClr val="F0FBF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23360"/>
            <a:ext cx="27432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224528"/>
            <a:ext cx="2743200" cy="1463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C"/>
                </a:solidFill>
              </a:rPr>
              <a:t>04  Order Confirmed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448056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Confetti. AED 262 Pro savings updated. Next lens reminder confirmed. Teal gradient hero. Order tracking timeline.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4023360"/>
            <a:ext cx="2743200" cy="2468880"/>
          </a:xfrm>
          <a:prstGeom prst="rect">
            <a:avLst/>
          </a:prstGeom>
          <a:solidFill>
            <a:srgbClr val="F0FBF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4023360"/>
            <a:ext cx="27432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4224528"/>
            <a:ext cx="2743200" cy="1463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C"/>
                </a:solidFill>
              </a:rPr>
              <a:t>05  Pro Dashboard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55848" y="448056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AED 847 hero on teal gradient. 8.5x ROI badge. Savings breakdown: BOGO AED 420 / shipping AED 210 / warranty AED 217. Renewal progress bar.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4023360"/>
            <a:ext cx="2743200" cy="2468880"/>
          </a:xfrm>
          <a:prstGeom prst="rect">
            <a:avLst/>
          </a:prstGeom>
          <a:solidFill>
            <a:srgbClr val="F0FBF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4023360"/>
            <a:ext cx="27432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224528"/>
            <a:ext cx="2743200" cy="1463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059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F1C"/>
                </a:solidFill>
              </a:rPr>
              <a:t>06  Cancel-Save Flow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81928" y="448056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AED 847 in 52px teal. Math summary: AED 99 cost → AED 748 net gain. "Pause 30 days" as primary yellow card. Cancel is tiny underlined text.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 on PhonePe Proof Points — Adjusted for eyewa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1C"/>
                </a:solidFill>
              </a:rPr>
              <a:t>Consumer Impact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901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</a:rPr>
              <a:t>+32%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2322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Contact lens repeat purchase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Driven by LensLoop supply countdown + 1-tap reorder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999232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0723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</a:rPr>
              <a:t>+28%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9768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 renewal rate at annual anniversary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8.5x savings proof surfaced 30 days before renewal date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4169664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42428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</a:rPr>
              <a:t>−35%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9768" y="4663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 cancellation rate with cancel-save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4919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"Pause 30 days" primary CTA converts 35% of intenders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5340096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5413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FA5"/>
                </a:solidFill>
              </a:rPr>
              <a:t>AED 262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9768" y="5833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Pro savings per reorder session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6089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BOGO + shipping + warranty accumulated per transaction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37160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71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1C"/>
                </a:solidFill>
              </a:rPr>
              <a:t>eyewa Business ROI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828800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901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4.8x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910328" y="2322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LTV uplift — contact-lens + Pro member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0328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vs contact-lens-only customers over 12-month horizon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0723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AED 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910328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Additional cost per saved cancellation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0328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Cancel-save pause is a retention signal, not a discount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169664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2428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+18%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910328" y="4663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Pro-driven GMV lift from accumulated BOGO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0328" y="4919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Members who see savings proof redeem 40% more vouchers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5340096"/>
            <a:ext cx="4160520" cy="1078992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5413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&lt;4 wk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910328" y="5833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 time to MVP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0328" y="6089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Order history API + push trigger + pre-fill flow already in stack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A6E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I Built This at PhonePe. Here's the Direct Map.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5074920"/>
          </a:xfrm>
          <a:prstGeom prst="rect">
            <a:avLst/>
          </a:prstGeom>
          <a:solidFill>
            <a:srgbClr val="0A1F1C"/>
          </a:solidFill>
          <a:ln w="12700">
            <a:solidFill>
              <a:srgbClr val="0A1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What I shipped at PhonePe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3886200" cy="1005840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Built Propensity-to-Transact ML models replacing ₹1000+ Cr/yr static targeting → 32% marketing efficiency gain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3886200" cy="1005840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9067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Built dynamic cart incentivization engine (cart × intent × time) → 35% AOV uplift, 60% cart abandonment reduction, 20% D30 retention lift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133088"/>
            <a:ext cx="3886200" cy="1005840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18795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A/B tested milestone waiver vs flat cashback — milestone drove 60% improvement in 90-day activation 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5230368"/>
            <a:ext cx="3886200" cy="1005840"/>
          </a:xfrm>
          <a:prstGeom prst="rect">
            <a:avLst/>
          </a:prstGeom>
          <a:solidFill>
            <a:srgbClr val="1630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28523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Rebuilt ₹100 Cr/yr rewards portfolio into ML marketplace → 500+ partners, 11% YoY revenue, 26% engagement uplift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160520" cy="5074920"/>
          </a:xfrm>
          <a:prstGeom prst="rect">
            <a:avLst/>
          </a:prstGeom>
          <a:solidFill>
            <a:srgbClr val="E0F7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6E"/>
                </a:solidFill>
              </a:rPr>
              <a:t>ProLoop equivalent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93852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9339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RepeatIQ cohort scoring + LensLoop supply-aware ML trigger for contact lens reorder personalization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03580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9067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ProLoop 1-tap reorder (pre-filled Rx + address + card) with cart-level Pro savings real-time accumulator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413308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18795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Pro cancel-save math modal + milestone savings display — same waiver psychology, applied to AED 99 renewal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523036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528523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Pro membership marketplace: BOGO vouchers + free shipping + warranty — self-serve activation surfaced in dashboard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Zero Risk Pilot to Full Subscription Rollout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192024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Phase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Month 1–2: LensLoop Pilot (1K contact lens customers)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153619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Identify top 1K contact lens repeat-buyers from order history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Build supply countdown logic: last order date + pack size = days remaining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221284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Deploy home card: countdown badge + 1-tap reorder (Rx + address pre-fill)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255117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Instrument: reorder rate, TAT (days from alert to reorder), Pro membership delta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850392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108960"/>
            <a:ext cx="192024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Phase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3749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Month 3–4: Pro Retention Layer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77440" y="327355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Launch Pro dashboard: real-time AED savings accumulator per member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361188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A/B test cancel-save: Math modal (AED saved vs cost) vs standard "are you sure?" flow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395020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Deploy pre-renewal push: "Your Pro saved you AED 847 this year — renew for AED 99"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77440" y="428853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Instrument: cancel-save conversion rate, renewal rate uplift, BOGO redemption delta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846320"/>
            <a:ext cx="850392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846320"/>
            <a:ext cx="192024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5074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" y="5486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Month 5–6: Full Flywheel + Automation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77440" y="501091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Expand LensLoop to all contact lens SKUs and Pro member cohort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77440" y="534924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Automate next-reminder on every reorder confirmation (perpetual flywheel)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77440" y="568756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Launch Pro Milestone badges (3x / 5x / 8x ROI) with social sharing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0" y="602589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Scale Pro cancel-save to all membership tier exits including eyewaPROlite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6492240"/>
            <a:ext cx="8503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836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What I need:  Order history + Rx data API  ·  1 engineer (supply trigger + Pro savings accumulator)  ·  CRM alignment for push cadence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68122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Ajay Avaghade  |  avaghadeajay009@gmail.com  |  +91 9561558439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2026-06-25T15:34:49Z</dcterms:created>
  <dcterms:modified xsi:type="dcterms:W3CDTF">2026-06-25T15:34:49Z</dcterms:modified>
</cp:coreProperties>
</file>