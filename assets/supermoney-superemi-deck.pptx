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FF5722">
              <a:alpha val="8000"/>
            </a:srgbClr>
          </a:solidFill>
          <a:ln w="12700">
            <a:solidFill>
              <a:srgbClr val="FF5722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super.money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SuperEMI Flow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UPI-Native Buy Now, Pay Later at Checkout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at payment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Indian value commerce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Value-conscious buyers want to buy.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cannot afford to pay it all today.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920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 stage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leave when they see the full UPI debit amount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920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400M Indians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3246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card, no bureau score, no BNPL eligibility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606040" cy="256032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920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vs. seamless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3246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BNPL checkout redirects add friction and kill conversion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480560"/>
            <a:ext cx="8412480" cy="77724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26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super.money processes 300M monthly UPI transactions — the richest real-time credit signal in India. The data to underwrite BNPL already exists.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UPI history IS your credit profile.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794760" cy="34747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Bureau credit check (2 min)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KYC re-upload (Aadhaar / PAN)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Redirect to NBFC portal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284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67% users drop off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BNPL feels like a loan application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SuperEMI FLOW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transaction history = underwriting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KYC for pre-approved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895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Native in-app EMI selection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3284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 3 seconds to approval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Feels like choosing a payment method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417320"/>
            <a:ext cx="457200" cy="3474720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029200"/>
            <a:ext cx="8412480" cy="685800"/>
          </a:xfrm>
          <a:prstGeom prst="rect">
            <a:avLst/>
          </a:prstGeom>
          <a:solidFill>
            <a:srgbClr val="FF5722">
              <a:alpha val="10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74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Pre-selecting EMI at checkout (not opt-in) increases EMI adoption by 67%. The UX reframe — payment method, not loan — is the product breakthrough.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History → Instant Credit → Seamless Checkout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option surfaced in cart with pre-approved monthly amount. No redirect, no pop-up — native to the UPI flow.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Scoring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UPI transactions analysed in real-time: frequency, diversity, consistency, savings. Score computed in &lt;1 second.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Approval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their "UPI Score" and approved limit. No bureau check, no KYC upload. Trust-building UI.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Selection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3/6/9 month plans shown. Default to 3-month (0% interest). Anchor pricing drives shorter tenure selection.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in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Repayments via UPI, in-app. Reminders 3 days early. Repayment moment triggers next product discovery.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baseline from PhonePe: Cart-level EMI surfacing drove 22% checkout conversion lift. SuperEMI applies the same mechanic with UPI-native credit underwriting as the differentiator.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One seamless credit experience.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+ EMI Surface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monthly amount shown in cart. "Split in 3 — ₹999/mo" reframes affordability before payment friction appears.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Pre-Approval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Score breakdown (frequency, diversity, consistency) shown. Approved limit revealed. No KYC, no bureau check.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Plan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3/6/9 month options. 3-month defaults to 0% interest. Anchor pricing via 9-month first. Repayment terms clear upfront.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+ Flywheel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confirmed. Repayment schedule shown. Remaining credit limit surfaced to drive next purchase — the commerce flywheel.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SuperEMI moves for super.money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Lift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purchase rate for credit-eligible users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Increase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users spend 2.3× more per order than non-EMI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Adoption Lift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Pre-selected EMI vs. opt-in flow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1214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Repayment 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repayment vs. NBFC portal redirect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Credit-Invisible Unlocked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without bureau score now accessible via UPI data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1460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Time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UPI score vs. 2-min bureau check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6344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KYC Steps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UPI auth covers all compliance requirements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12280" y="395020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97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lift from cart-level offer surfacing at PhonePe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FF572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Deployed Instant Discount + EMI Subvention capabilities on PhonePe PG — acquired 5,000+ B2B merchants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Led cart-level incentivization for Pincode quick commerce: 60% cart abandonment reduction, 35% AOV uplift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Propensity-to-Transact ML model replacing static cohorts: 32% marketing burn reduction on ₹1,000+ Cr budget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Redesigned offer checkout journey: 22% uplift in successful checkouts for offer-applied 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SUPERMONEY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EMI Subvention experience → SuperEMI checkout integration with NBFC partnership + UPI native flow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Cart abandonment reduction → Same mechanic, same metrics: AOV + checkout conversion as North Stars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 propensity model → UPI Score model: same real-time scoring architecture, different data inputs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Offer checkout revamp → SuperEMI UX: pre-approval surfacing in cart before payment friction hits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PMF 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Score Model + EMI UI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with 1 NBFC for credit 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UPI scoring model (frequency, diversity, consistency)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in-cart EMI surfacing for pre-approved cohort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approval rate, EMI take-rate, drop-off by step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Optimise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pre-approved cohort from top 20% to top 60%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tenure defaults, pricing anchoring, approval UI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 repayment in-app — kill NBFC portal redirect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repeat EMI use, on-time repayment, GMV per user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5722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Flywheel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Post-repayment deal surfacing — close the loop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 credit limits for good repayors automatically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Cross-sell: SuperEMI eligibility → Deals Feed entry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North Stars: AOV trend, 30-day repeat purchase, LTV curve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FF5722">
              <a:alpha val="12000"/>
            </a:srgbClr>
          </a:solidFill>
          <a:ln w="12700">
            <a:solidFill>
              <a:srgbClr val="FF5722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super.money: 1 NBFC partner intro · Access to UPI transaction data API · 1 engineering squad (3 engineers, 1 designer) · ₹50L experiment budget for EMI subsidies in Phase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2026-06-18T04:51:50Z</dcterms:created>
  <dcterms:modified xsi:type="dcterms:W3CDTF">2026-06-18T04:51:50Z</dcterms:modified>
</cp:coreProperties>
</file>