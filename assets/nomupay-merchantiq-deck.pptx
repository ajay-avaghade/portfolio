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jay-avaghade.github.io/Portfolio/nomupay-merchantiq-prototyp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3657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914400"/>
            <a:ext cx="3200400" cy="3200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4114800"/>
            <a:ext cx="1828800" cy="1828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NOMUPAY  ·  MERCHANT EXPERIENCE  ·  Case Study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822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MerchantIQ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</a:rPr>
              <a:t>Unified Multi-Acquirer Intelligence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</a:rPr>
              <a:t>+ AI-Powered Self-Service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Ajay Avaghade  ·  Product Manager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1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96.2%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Auth rate visibility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across all acquirers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74%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 ticket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deflection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 sec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SupportIQ resolution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26h via ticket</a:t>
            </a:r>
            <a:endParaRPr lang="en-US" sz="10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33832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94A3B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Prototype: ajay-avaghade.github.io/Portfolio/nomupay-merchantiq-prototype.html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Merchants Using Multiple Acquirers Are Flying Blind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Logging into 3 portals to answer questions that should take 8 seconds is not a workflow — it is an oversight failure.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3+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Portals per merchant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Stripe, Adyen, PayU each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require separate logins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No consolidated view exists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331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26h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ticket resolution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611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74% of queries are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data-retrieval questions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Answerable in 8 sec with 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265176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331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</a:rPr>
              <a:t>2–3%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GMV lost to payment failures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Undetected routing issues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cost merchants 2-3% of GMV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annually (PYMNTS 2023)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5852160"/>
            <a:ext cx="8412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59436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Root cause: Payment infrastructure is consolidating around multi-acquirer strategies, but merchant tooling has not kept up. The result is operational blindness — merchants cannot see their own payment health in real time, and support teams handle queries that live data should answer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120"/>
                </a:solidFill>
              </a:rPr>
              <a:t>Merchants Don't Need Another Portal. They Need One Portal That Already Has the Answer.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4114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✗  Stripe portal: auth rate (no Adyen comparison)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✗  Adyen portal: settlements (no Stripe context)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✗  PayU portal: FX (no cross-acquirer view)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✗  Support ticket: "Where is my payout?" — 26h wait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✗  Month-end: manual CSV reconciliation across 3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3931920" cy="411480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</a:rPr>
              <a:t>MerchantIQ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✓  One dashboard: Stripe 97.1% vs Adyen 94.3% vs PayU 91.8%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✓  FX exposure + settlement ETA in a single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✓  Acquirer alert: "Adyen down 1.2% — review routing"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✓  SupportIQ: "Your payout: £23,450, ETA 17:30 today" — 8s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754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4E3B"/>
                </a:solidFill>
              </a:rPr>
              <a:t>✓  Auto-reconciliation export on batch completion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989320"/>
            <a:ext cx="841248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6062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Key insight: 74% of merchant support tickets are data-retrieval queries — "where is my payout?", "why did this fail?". SupportIQ answers in 8 seconds by pulling live data. No ticket opened. No agent cost. No 26-hour wait. Source: Zendesk CX Trends 2024.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Layers, One Merchant Experience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Consolidation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MerchantIQ pulls live transaction data from all acquirers (Stripe, Adyen, PayU) into a single data layer. No manual imports. No CSV uploads. Real-time via Nomupay API.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Unified Dashboard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21408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Auth rate, volume, FX exposure, payout status — one screen. Multi-acquirer performance comparison with colour-coded health indicators. Alert rail for anomalies (auth drops, connectivity issues).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39896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31336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Multi-Acquirer Intelligence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31336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Side-by-side acquirer performance: auth rate, volume, failure reasons per acquirer. AI routing suggestion: "Adyen down 1.2% — shift EU traffic to Stripe for next 4 hours." Merchant acts; Nomupay routes.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9824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41264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SupportIQ AI Layer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1264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Merchant asks "where is my payout?" — SupportIQ queries live batch data, returns structured answer: amount, status, ETA, breakdown. Resolved in 8 seconds. No ticket created. No agent involved.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251192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51192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Zero-Ticket Resolution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51192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Merchant confirms resolution. Satisfaction rating captured. Category logged in deflection dashboard. Category managers see which query types dominate — and proactively surface them as portal tooltips.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PhonePe proof: Self-serve PG platform consolidated 3 bank integrations into one merchant view — same pattern applied to multi-acquirer intelligence. Also: ops intelligence layer reduced TAT from 2 days to 30 minutes by surfacing back-office data as merchant-facing insights.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120"/>
                </a:solidFill>
              </a:rPr>
              <a:t>5 Screen States — Full Merchant Journey End to 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120"/>
                </a:solidFill>
              </a:rPr>
              <a:t>Payment 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Auth rate 96.2% prominently displayed. Acquirer health cards: Stripe 97.1% healthy, Adyen 94.3% alert, PayU 91.8% stable. FX exposure strip. SupportIQ entry point.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120"/>
                </a:solidFill>
              </a:rPr>
              <a:t>Analytics Deep-Dive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21408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7-day auth rate chart per acquirer. Decline reason breakdown (insufficient funds 34%, expired card 22%, 3DS 18%). FX EUR/GBP exposure -2.1%.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39896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31336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120"/>
                </a:solidFill>
              </a:rPr>
              <a:t>SupportIQ: Query Sent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31336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Merchant types: "Where is my Tuesday payout? Batch #BP-20240624". SupportIQ AI typing indicator shows live data query in progress.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9824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41264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120"/>
                </a:solidFill>
              </a:rPr>
              <a:t>SupportIQ: Resolved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1264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AI returns: "Batch #BP-20240624 — £23,450 across 847 txns. 842 settled. 5 processing, ETA today 17:30 UK / 20:30 GST. No action needed." Resolved in 8s. No ticket raised.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251192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51192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120"/>
                </a:solidFill>
              </a:rPr>
              <a:t>Deflection Insights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51192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847 queries resolved by SupportIQ this month. 0 tickets raised. 74% deflection rate. £8.5K support cost saved at £10/ticket. Satisfaction: 4.8/5 from 847 ratings.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Prototype: ajay-avaghade.github.io/Portfolio/nomupay-merchantiq-prototype.html  ·  All 5 states interactive with keyboard arrow navigation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on Industry Benchmarks — Adjusted for Nomupay Merchant Scale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MERCHANT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↓ 74%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Support tickets deflected by SupportIQ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Zendesk CX Trends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↑ 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Faster operational decisions (consolidated dashboard)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McKinsey Digital Banking 2022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8 sec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Query resolution vs 26h via support ticket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28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Intercom Benchmark 2023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↓ 15-20%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Revenue lost to undetected payment failures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879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PYMNTS Failure Index 2023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3931920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NOMUPAY ROI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£0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Incremental cost per SupportIQ query resolved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After amortised model cost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£10-15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Cost per human-agent ticket (avoided)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76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Avg fintech B2B support cost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↑ 2.4x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2920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Merchant portal session time with MerchantIQ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828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Vs fragmented portal baseline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↑ 40%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9200" y="5623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Merchant NPS uplift (single source of truth)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5879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Industry retention research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44568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 Built These Patterns at PhonePe.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Here Is the Direct Map to MerchantIQ.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562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Self-serve PG platform: 3 bank integrations unified into one merchant view — 5,000+ B2B merchants, 23% lower CAC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8308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9280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MerchantIQ: 3+ acquirer integrations unified into one dashboard for Nomupay merchants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449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Ops intelligence layer: 6 siloed workflows into one console — TAT 2 days to 30 minutes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97180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815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SupportIQ: 26-hour support ticket eliminated by surfacing back-office data as a live AI response in 8 seconds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4233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Propensity-to-Transact ML models: real-time user-level scoring replacing manual cohorts — 32% efficiency gain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4160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416052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2702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SupportIQ AI: real-time data retrieval and interpretation replacing human agent lookup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34924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54223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Milestone A/B test: defined baseline, instrumented funnel, read cohort curves — 60% activation uplift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53492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534924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54589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MerchantIQ deflection tracking: defined baseline ticket volume, instrumented SupportIQ funnel, reported on deflection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6510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This is not a case study conceived in theory. These are product patterns I have shipped — applied to Nomupay's merchant experience problem.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Phases — Pilot Cohort to Full Merchant Base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Phase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1–2: Pilot (50 merchants)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Deploy MerchantIQ dashboard to 50 Nomupay enterprise merchants with 2+ acquirers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Enable SupportIQ for top 20 query types (payout status, failed transaction, FX rate)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Instrument: ticket deflection rate, resolution time, merchant session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Measure 30-day merchant NPS vs non-MerchantIQ control group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927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Phase 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1927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3–4: Scale + Optimise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Expand to 500 merchants — A/B test SupportIQ prompt styles for deflection rate optimisation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Add FX exposure alerts and routing recommendations based on real-time acquirer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Enable batch payout status as SupportIQ query category (integrates with BatchPayIQ)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Tune deflection thresholds — escalation to human agent when AI confidence below 85%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15391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Phase 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5391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5–6: Full Rollout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Roll out MerchantIQ + SupportIQ to all Nomupay merchants globally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Launch SupportIQ for API query resolution (developer experience extension)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Introduce proactive anomaly alerts — push notification when acquirer drops below threshold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391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Target: 90%+ deflection rate for tier-1 queries; merchant support headcount redeployment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65288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What I need to start: Read access to merchant support ticket taxonomy  ·  1 backend engineer (Nomupay data API integration)  ·  Alignment with Merchant Success team on query category priority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6702552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Ajay Avaghade  ·  avaghadeajay009@gmail.com  ·  +91 9561558439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2026-07-02T16:43:42Z</dcterms:created>
  <dcterms:modified xsi:type="dcterms:W3CDTF">2026-07-02T16:43:42Z</dcterms:modified>
</cp:coreProperties>
</file>