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FinnFlow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KYC &amp; Open Banking Onboarding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94360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Ajay Avaghade · Senior Product Manager Candidate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21792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FINN Case Study 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0" y="1371600"/>
            <a:ext cx="2743200" cy="2743200"/>
          </a:xfrm>
          <a:prstGeom prst="ellipse">
            <a:avLst/>
          </a:prstGeom>
          <a:solidFill>
            <a:srgbClr val="312E81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0" y="20116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943600" y="29260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 Rate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High Drop-offs in Fintech Onboarding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Underbanked users face immense friction when greeted with 15-field KYC forms before seeing any value.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</a:rPr>
              <a:t>Friction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Manual Payslips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Uploading documents creates days of delay.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0" y="274320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</a:rPr>
              <a:t>Trust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200400" y="34747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Anxiety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0" y="384048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Connecting bank accounts requires high trust upfront.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0" y="274320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</a:rPr>
              <a:t>Value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943600" y="34747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Delayed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43600" y="384048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Users churn before seeing their earned wages.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</a:rPr>
              <a:t>THE INSIGHT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</a:rPr>
              <a:t>Value Before Effort: Reverse the Funnel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B4B"/>
                </a:solidFill>
              </a:rPr>
              <a:t>By utilizing Open Banking early and delaying hard KYC until withdrawal, we leverage the "sunk cost fallacy" to boost conversion.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0"/>
            <a:ext cx="3657600" cy="22860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320040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</a:rPr>
              <a:t>1. The Instant Hook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Show the user their earned wages immediately via payroll API before asking for KYC.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2743200"/>
            <a:ext cx="3657600" cy="22860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320040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</a:rPr>
              <a:t>2. Progressive Profiling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0" y="365760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Only prompt for mandatory identity checks right before the first withdrawal.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</a:rPr>
              <a:t>PROOF OF 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</a:rPr>
              <a:t>Why Ajay Is Equipped to Build This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931920" cy="365760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28600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A/B Testing Funnels at PhonePe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• Designed and executed 25+ A/B tests to optimize checkout conversion.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• Redesigned end-to-end flows resulting in a 22% conversion lift.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• Deep expertise in identifying and removing friction points.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828800"/>
            <a:ext cx="3931920" cy="3657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228600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</a:rPr>
              <a:t>Mapping to FINN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292608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1B4B"/>
                </a:solidFill>
              </a:rPr>
              <a:t>• Proven ability to use data (SQL, Mixpanel) to find drop-offs.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1B4B"/>
                </a:solidFill>
              </a:rPr>
              <a:t>• Understands how to integrate complex third-party APIs (Open Banking) cleanly.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1B4B"/>
                </a:solidFill>
              </a:rPr>
              <a:t>• Balances growth hacking with strict regulatory compliance.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FINN Case Study 1: FinnFlow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0"/>
            <a:ext cx="8229600" cy="10972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4805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4B"/>
                </a:solidFill>
              </a:rPr>
              <a:t>Contact: Ajay Avaghade | avaghadeajay009@gmail.com | linkedin.com/in/ajay-avaghade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2026-06-05T16:21:25Z</dcterms:created>
  <dcterms:modified xsi:type="dcterms:W3CDTF">2026-06-05T16:21:25Z</dcterms:modified>
</cp:coreProperties>
</file>