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32B"/>
                </a:solidFill>
              </a:rPr>
              <a:t>ALMOSAFER TECH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0" y="210312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Milestone Explorer: Gamified Loyalty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0" y="274320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5"/>
                </a:solidFill>
              </a:rPr>
              <a:t>Toss-inspired travel trails utilizing user photos to complete destination steps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57607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By Ajay Avaghade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4389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5A623"/>
                </a:solidFill>
              </a:rPr>
              <a:t>+17%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583680" y="51206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Customer Lifetime Value (CLTV)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Low Booking Frequency &amp; Dormant Travel Customer Lifecycles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00"/>
                </a:solidFill>
              </a:rPr>
              <a:t>1.4×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Annual Booking Rate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Travel is inherently low-frequency. Users search, book, and go dormant for months.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00"/>
                </a:solidFill>
              </a:rPr>
              <a:t>78%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Post-Trip Dormancy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Users ignore app notifications and emails once their current reservation ends.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00"/>
                </a:solidFill>
              </a:rPr>
              <a:t>0.2%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Social Share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Conventional loyalty points and milestones do not drive organic social media engagement.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8229600" cy="1188720"/>
          </a:xfrm>
          <a:prstGeom prst="rect">
            <a:avLst>
              <a:gd name="adj" fmla="val 6154"/>
            </a:avLst>
          </a:prstGeom>
          <a:solidFill>
            <a:srgbClr val="0C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377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Insight: Pedometer-style milestones (popularized by Toss Korea) can be adapted for travel. Mapping destinations as physical trail steps and prompting users to upload their favorite trip photos transforms a transactional utility into a visual travel diary.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32B"/>
                </a:solidFill>
              </a:rPr>
              <a:t>Toss Pedometer Loops Adapted for Visual Destination Trails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57600" cy="384048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32B"/>
                </a:solidFill>
              </a:rPr>
              <a:t>❌ Legacy Loyalty Schemes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Accrual of points with high redemption barriers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Generic gold/platinum status level cards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Minimal engagement during post-trip intervals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Boring and rigid social referral templates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2011680"/>
            <a:ext cx="3657600" cy="3840480"/>
          </a:xfrm>
          <a:prstGeom prst="rect">
            <a:avLst>
              <a:gd name="adj" fmla="val 2000"/>
            </a:avLst>
          </a:prstGeom>
          <a:solidFill>
            <a:srgbClr val="0C2240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2377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00"/>
                </a:solidFill>
              </a:rPr>
              <a:t>✅ Milestone Explorer Loop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94960" y="29260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Destination-mapped travel routes (STA-sponsored)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Favorite trip photo indicates completed trail step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Unlocks high-value local vouchers (50% off tours)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Generates personalized postcards for social sharing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3566160"/>
            <a:ext cx="731520" cy="731520"/>
          </a:xfrm>
          <a:prstGeom prst="ellipse">
            <a:avLst/>
          </a:prstGeom>
          <a:solidFill>
            <a:srgbClr val="FF5A00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Destination Map Progression &amp; Safety Moderation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7315200" cy="36576"/>
          </a:xfrm>
          <a:prstGeom prst="rect">
            <a:avLst/>
          </a:prstGeom>
          <a:solidFill>
            <a:srgbClr val="0C224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Verify Booking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Complete Journey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Choose Best Photo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Moderation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Disburse Reward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1. User registers flight/hotel booking for Heritage Trail (e.g. Jeddah)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2. GPS and partner reservation system verify trip completion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3. User uploads their favorite trip photo to mark the step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4. AI Content Moderation evaluates image safety &amp; relevance in milliseconds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5. Partner-sponsored voucher (e.g. AlUla tour) is instantly issued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32B"/>
                </a:solidFill>
              </a:rPr>
              <a:t>Toss-Inspired Photo Milestones &amp; Partner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01 — Milestone Trail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Visual map interface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Displays Saudi Heritage Trail route path. Completed steps display user photos inside circle nodes.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02 — Upload Step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Camera roll selection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Validates Radisson stay, prompt uploads, and provides quick crop previews for preferred photos.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03 — Celebration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Postcard generator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Triggers confetti, reveals tourism board discount voucher, and generates shareable travel journal.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04 — Campaign Ops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Moderation control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STA console displaying explorer cohorts, voucher redemption rates, and AI moderation queues.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Fostering Engagement, Lifetime Value, and Regional Sponsorships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+17%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03120" y="21945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CLTV Expansion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Drives repeat domestic travel booking behavior, maximizing customer lifetime value.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19456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+30%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0" y="21945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Repeat Bookings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Unlocking successive milestone vouchers encourages users to book their next tour.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63%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41148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Milestone Completion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Toss-inspired visuals and photo logs drive high user follow-through and campaign completions.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93192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41148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2.4×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41148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Social Sharing Gain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7548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Postcard journal layouts prompt organic user uploads to WhatsApp and social media.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MY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PhonePe Milestone 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8B92A5"/>
                </a:solidFill>
              </a:rPr>
              <a:t>• Launched PhonePe gamified milestones for users and merchants, driving 63% completion rate.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8B92A5"/>
                </a:solidFill>
              </a:rPr>
              <a:t>• Boosted long-term merchant retention by 23% and increased overall customer lifetime value by 17%.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8B92A5"/>
                </a:solidFill>
              </a:rPr>
              <a:t>• Collaborated with design and analytics to implement dynamic progress bars and visual rewards.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ALMOSAFER MATCH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7315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132B"/>
                </a:solidFill>
              </a:rPr>
              <a:t>Why I fit this PM role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07132B"/>
                </a:solidFill>
              </a:rPr>
              <a:t>• Proven track record of launching highly successful gamified user engagement and retention features.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07132B"/>
                </a:solidFill>
              </a:rPr>
              <a:t>• Obsessed with qualitative and quantitative research to identify customer blockers (Toss case study).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07132B"/>
                </a:solidFill>
              </a:rPr>
              <a:t>• Expertise leading scrum teams across Tech, UX, and marketing to build complex consumer portals.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5029200"/>
            <a:ext cx="8229600" cy="1280160"/>
          </a:xfrm>
          <a:prstGeom prst="rect">
            <a:avLst>
              <a:gd name="adj" fmla="val 5714"/>
            </a:avLst>
          </a:prstGeom>
          <a:solidFill>
            <a:srgbClr val="FF5A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1206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"Gamification is most effective when it is personal. Linking travel loyalty rewards to a user-uploaded visual diary of their journey creates an emotional hook that drives repeat bookings."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Milestone Explorer Pilot &amp; Expansion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560320" cy="2194560"/>
          </a:xfrm>
          <a:prstGeom prst="rect">
            <a:avLst>
              <a:gd name="adj" fmla="val 3333"/>
            </a:avLst>
          </a:prstGeom>
          <a:solidFill>
            <a:srgbClr val="0C2240"/>
          </a:solidFill>
          <a:ln w="31750">
            <a:solidFill>
              <a:srgbClr val="FF5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1: Heritage Trail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Co-launch Saudi Heritage Trail with STA, validating GPS tracking and photo uploads in Riyadh/Jeddah.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011680"/>
            <a:ext cx="2560320" cy="2194560"/>
          </a:xfrm>
          <a:prstGeom prst="rect">
            <a:avLst>
              <a:gd name="adj" fmla="val 3333"/>
            </a:avLst>
          </a:prstGeom>
          <a:solidFill>
            <a:srgbClr val="0C2240"/>
          </a:solidFill>
          <a:ln w="31750">
            <a:solidFill>
              <a:srgbClr val="FF5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2: AI Guardrails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Train moderation models to reject off-topic photo uploads and automatically tag landscapes.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560320" cy="2194560"/>
          </a:xfrm>
          <a:prstGeom prst="rect">
            <a:avLst>
              <a:gd name="adj" fmla="val 3333"/>
            </a:avLst>
          </a:prstGeom>
          <a:solidFill>
            <a:srgbClr val="0C2240"/>
          </a:solidFill>
          <a:ln w="31750">
            <a:solidFill>
              <a:srgbClr val="FF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3: Global Trails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8346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Expand milestones internationally (e.g. Dubai, London trails), integrating global airline &amp; hotel partners.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1097280"/>
          </a:xfrm>
          <a:prstGeom prst="rect">
            <a:avLst>
              <a:gd name="adj" fmla="val 6667"/>
            </a:avLst>
          </a:prstGeom>
          <a:solidFill>
            <a:srgbClr val="0C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46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A00"/>
                </a:solidFill>
              </a:rPr>
              <a:t>What I Need: A 20-minute chat to discuss Almosafer's loyalty and retention strategy.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126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2A5"/>
                </a:solidFill>
              </a:rPr>
              <a:t>Ajay Avaghade | avaghadeajay009@gmail.com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2026-06-12T14:11:34Z</dcterms:created>
  <dcterms:modified xsi:type="dcterms:W3CDTF">2026-06-12T14:11:34Z</dcterms:modified>
</cp:coreProperties>
</file>