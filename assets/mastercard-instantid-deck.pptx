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5F00"/>
                </a:solidFill>
              </a:rPr>
              <a:t>MASTERCARD · EEMEA EXPANSION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InstantID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5F00"/>
                </a:solidFill>
              </a:rPr>
              <a:t>SME Self-Serve KYC Platform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2A5"/>
                </a:solidFill>
              </a:rPr>
              <a:t>Ajay Avaghade · Product Manager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5303520"/>
            <a:ext cx="2743200" cy="1097280"/>
          </a:xfrm>
          <a:prstGeom prst="rect">
            <a:avLst/>
          </a:prstGeom>
          <a:solidFill>
            <a:srgbClr val="152A3D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5349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F00"/>
                </a:solidFill>
              </a:rPr>
              <a:t>TAT: 5 days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5F00"/>
                </a:solidFill>
              </a:rPr>
              <a:t>→ 4 hours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0" y="5806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98% reduction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F5F00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SME KYC Takes 5–7 Days &amp; Costs Issuers 35% CAC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560320" cy="182880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945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F00"/>
                </a:solidFill>
              </a:rPr>
              <a:t>📋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5F00"/>
                </a:solidFill>
              </a:rPr>
              <a:t>5–7 Days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Onboarding TAT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per SME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2011680"/>
            <a:ext cx="2560320" cy="182880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1945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F00"/>
                </a:solidFill>
              </a:rPr>
              <a:t>💰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5F00"/>
                </a:solidFill>
              </a:rPr>
              <a:t>35% CAC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Issuer cost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per acquisition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011680"/>
            <a:ext cx="2560320" cy="182880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1945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F00"/>
                </a:solidFill>
              </a:rPr>
              <a:t>🏢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5F00"/>
                </a:solidFill>
              </a:rPr>
              <a:t>70% Staff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2648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Staff time 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document collection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164592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976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Root Cause: Manual KYC process puts burden on issuer staff. SMEs abandon midway (40–60% drop-off). Issuers deprioritize SME segment due to unclear ROI.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F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F5F00"/>
                </a:solidFill>
              </a:rPr>
              <a:t>THE INSIGHT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2E"/>
                </a:solidFill>
              </a:rPr>
              <a:t>Shift KYC Burden from Issuer Staff to 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84048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2E"/>
                </a:solidFill>
              </a:rPr>
              <a:t>❌ Status Quo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Manual document review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by issuer staff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Back-and-forth emails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for clarifications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Slow, human-error prone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KYC verification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SME abandons mid-process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920240"/>
            <a:ext cx="3840480" cy="438912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InstantID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560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AI-powered video KYC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&amp; OCR verification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200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Real-time document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840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Instant approval decision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 2–4 hours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4480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Zero abandonment,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high conversion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</a:rPr>
              <a:t>THE MECHANIC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Video + AI OCR → Instant Approval → Issuer Exception Handler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554480" cy="384048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SME Initiation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Downloads app, selects card type, starts KYC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3931920"/>
            <a:ext cx="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103120" y="2011680"/>
            <a:ext cx="1554480" cy="384048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9456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Video + Docs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32004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Records selfie video, uploads invoices/tax docs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03320" y="3931920"/>
            <a:ext cx="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749040" y="2011680"/>
            <a:ext cx="1554480" cy="384048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4048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Verification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32004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OCR scans docs, validates against registries in real-time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49240" y="3931920"/>
            <a:ext cx="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394960" y="2011680"/>
            <a:ext cx="1554480" cy="384048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Instant Decision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32004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Approval given in 2–4 hours, virtual card issued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95160" y="3931920"/>
            <a:ext cx="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040880" y="2011680"/>
            <a:ext cx="1554480" cy="384048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3232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Issuer 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32004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Exception handling only, staff handles edge cases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</a:rPr>
              <a:t>A/B tested at PhonePe: Similar shift (self-serve PG platform) drove 6-week → 2-day TAT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F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F5F00"/>
                </a:solidFill>
              </a:rPr>
              <a:t>THE 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2E"/>
                </a:solidFill>
              </a:rPr>
              <a:t>4 Screen States · End-to-End SME Journey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92024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F00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2E"/>
                </a:solidFill>
              </a:rPr>
              <a:t>Card Selection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1645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F2E"/>
                </a:solidFill>
              </a:rPr>
              <a:t>Choose product (Debit/Credit), view benefits, initiate KYC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920240"/>
            <a:ext cx="192024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F00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0604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2E"/>
                </a:solidFill>
              </a:rPr>
              <a:t>KYC &amp; Verification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3200400"/>
            <a:ext cx="1645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F2E"/>
                </a:solidFill>
              </a:rPr>
              <a:t>Video selfie + document uploads; AI validates in real-time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1920240"/>
            <a:ext cx="192024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F00"/>
                </a:solidFill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2E"/>
                </a:solidFill>
              </a:rPr>
              <a:t>Instant Approval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3200400"/>
            <a:ext cx="1645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F2E"/>
                </a:solidFill>
              </a:rPr>
              <a:t>Approval decision, virtual card issued, copy card number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192024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F00"/>
                </a:solidFill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2E"/>
                </a:solidFill>
              </a:rPr>
              <a:t>Issuer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3200400"/>
            <a:ext cx="1645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F2E"/>
                </a:solidFill>
              </a:rPr>
              <a:t>Issuer pipeline view, compliance status, exception queue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2A5"/>
                </a:solidFill>
              </a:rPr>
              <a:t>Live prototype: mastercard-instantid-prototype.html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</a:rPr>
              <a:t>IMPACT &amp; ROI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Built on PhonePe Proof Points — Adjusted for Mastercard Scale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420624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F00"/>
                </a:solidFill>
              </a:rPr>
              <a:t>SME &amp; Issuer Impact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↓ 98% TAT reduction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(5d → 4h)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↓ 35% CAC reduction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 SME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↑ 65% activation rate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 30 days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166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↑ 70% staff capacity freed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3931920" cy="420624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Mastercard ROI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4231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10K SMEs onboarded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by year-end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337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AED 0 platform cost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(issuer-funded)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4251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Network differentiation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 SME segment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5166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Replicable across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all 47 EEMEA issuers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F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F5F00"/>
                </a:solidFill>
              </a:rPr>
              <a:t>PROOF OF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2E"/>
                </a:solidFill>
              </a:rPr>
              <a:t>I Built This at PhonePe. Here's the Direct Map.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solidFill>
            <a:srgbClr val="0A1F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F00"/>
                </a:solidFill>
              </a:rPr>
              <a:t>What I Built at PhonePe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5K merchant self-serve onboarding platform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 weeks → 2 days TAT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23% lower merchant CAC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51663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Zero engineering overhead per merchant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1828800"/>
            <a:ext cx="3931920" cy="4389120"/>
          </a:xfrm>
          <a:prstGeom prst="rect">
            <a:avLst/>
          </a:prstGeom>
          <a:solidFill>
            <a:srgbClr val="FF5F00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→ InstantID Architecture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24231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Self-serve SME KYC platform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3337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 days → 4 hours TAT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4251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35% lower SME CAC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5166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Zero issuer staff overhead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</a:rPr>
              <a:t>ROLLOUT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Phases — Zero Risk Pilot to Full EEMEA Rollout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560320" cy="365760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Month 1–2: Pilot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2286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500 SMEs, 1 issuer, 1 geographic market. Instrument health score. Measure TAT, activation, CAC vs. control.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1920240"/>
            <a:ext cx="2560320" cy="365760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Month 3–4: Scale + Learn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2697480"/>
            <a:ext cx="2286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 issuers, 5K SMEs. Run TAT/activation/CAC A/A test. Tune AI thresholds based on pilot data.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920240"/>
            <a:ext cx="2560320" cy="365760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Month 5–6: EEMEA Rollout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2697480"/>
            <a:ext cx="2286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All 47 EEMEA issuers. Roll out to new SME cohorts across all markets. Scale to 25K+ SMEs.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5760720"/>
            <a:ext cx="8229600" cy="82296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8521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What I Need: Issuer transaction data access · 1–2 engineers (KYC API + AI integration) · Alignment with EEMEA regional delivery &amp; issuer stakeholders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Ajay Avaghade | avaghadeajay009@gmail.com |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2026-06-03T16:55:23Z</dcterms:created>
  <dcterms:modified xsi:type="dcterms:W3CDTF">2026-06-03T16:55:23Z</dcterms:modified>
</cp:coreProperties>
</file>