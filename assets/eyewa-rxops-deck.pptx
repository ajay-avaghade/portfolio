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457200" y="0"/>
            <a:ext cx="365760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914400" y="0"/>
            <a:ext cx="365760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286000" y="0"/>
            <a:ext cx="365760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3657600" y="0"/>
            <a:ext cx="365760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029200" y="0"/>
            <a:ext cx="365760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6400800" y="0"/>
            <a:ext cx="365760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7772400" y="0"/>
            <a:ext cx="365760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800000">
            <a:off x="9144000" y="0"/>
            <a:ext cx="3657600" cy="6858000"/>
          </a:xfrm>
          <a:prstGeom prst="line">
            <a:avLst/>
          </a:prstGeom>
          <a:noFill/>
          <a:ln w="508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EYEWA · INTERNAL OPERATIONS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RxOps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54864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AI-Powered Prescription Order Intelligence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Eliminating SLA breaches and manual errors across the Rx order pipeline through real-time AI validation, intelligent lab routing, and predictive delay detection.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Presented by Ajay Avaghade · Growth &amp; Operations PM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645920"/>
            <a:ext cx="2011680" cy="2011680"/>
          </a:xfrm>
          <a:prstGeom prst="rect">
            <a:avLst/>
          </a:prstGeom>
          <a:solidFill>
            <a:srgbClr val="00BFA5">
              <a:alpha val="10000"/>
            </a:srgbClr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828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FA5"/>
                </a:solidFill>
              </a:rPr>
              <a:t>30%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766560" y="2606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of Rx orders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have manual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errors today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Every Rx Order Touches 7 Manual Steps — Each One a Point of Failure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51760" cy="2560320"/>
          </a:xfrm>
          <a:prstGeom prst="rect">
            <a:avLst/>
          </a:prstGeom>
          <a:solidFill>
            <a:srgbClr val="0D1B2A"/>
          </a:solidFill>
          <a:ln w="10160">
            <a:solidFill>
              <a:srgbClr val="1A2E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30%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Rx orders delayed or remade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0906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Due to prescription entry errors, lab overload, or missed SLA handoffs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651760" cy="2560320"/>
          </a:xfrm>
          <a:prstGeom prst="rect">
            <a:avLst/>
          </a:prstGeom>
          <a:solidFill>
            <a:srgbClr val="0D1B2A"/>
          </a:solidFill>
          <a:ln w="10160">
            <a:solidFill>
              <a:srgbClr val="1A2E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20574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8.2hrs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8328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manual Rx validation 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30906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Per order — even a simple single-vision script goes through 3 manual checks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2651760" cy="2560320"/>
          </a:xfrm>
          <a:prstGeom prst="rect">
            <a:avLst/>
          </a:prstGeom>
          <a:solidFill>
            <a:srgbClr val="0D1B2A"/>
          </a:solidFill>
          <a:ln w="10160">
            <a:solidFill>
              <a:srgbClr val="1A2E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0574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AED 250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6364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Cost of one lens remake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30906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Wrong prescription or incorrect axis cut = full redo at lab expense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224528"/>
            <a:ext cx="8229600" cy="804672"/>
          </a:xfrm>
          <a:prstGeom prst="rect">
            <a:avLst/>
          </a:prstGeom>
          <a:solidFill>
            <a:srgbClr val="0F0A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1596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9E0B"/>
                </a:solidFill>
              </a:rPr>
              <a:t>Root cause: Rx operations at eyewa run on human judgement and siloed lab portals. No system predicts which order will miss SLA until it already has. Every mistake costs time, money, and a customer relationship.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Reactive Ops Firefighting vs. Predictive AI Intelligence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840480" cy="3108960"/>
          </a:xfrm>
          <a:prstGeom prst="rect">
            <a:avLst/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447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</a:rPr>
              <a:t>CURRENT STATE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Reactive &amp; Siloed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✗  Prescription errors found AFTER lab cuts lens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5054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✗  Lab routing is manual — no capacity awareness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8895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✗  SLA breach discovered when customer complains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2735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✗  Ops team firefights daily instead of managing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✗  Each lab portal is a separate system to check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33088" y="2331720"/>
            <a:ext cx="877824" cy="877824"/>
          </a:xfrm>
          <a:prstGeom prst="ellipse">
            <a:avLst/>
          </a:prstGeom>
          <a:solidFill>
            <a:srgbClr val="00BFA5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33088" y="2331720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298448"/>
            <a:ext cx="3840480" cy="3108960"/>
          </a:xfrm>
          <a:prstGeom prst="rect">
            <a:avLst/>
          </a:prstGeom>
          <a:solidFill>
            <a:srgbClr val="F0FDF9"/>
          </a:solidFill>
          <a:ln w="10160">
            <a:solidFill>
              <a:srgbClr val="6EE7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4447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RXOPS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17190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Predictive &amp; Unified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6534"/>
                </a:solidFill>
              </a:rPr>
              <a:t>✓  AI flags Rx errors before order reaches the lab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5054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6534"/>
                </a:solidFill>
              </a:rPr>
              <a:t>✓  ML routes each order to the optimal lab in real-time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8895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6534"/>
                </a:solidFill>
              </a:rPr>
              <a:t>✓  SLA risk predicted 24 hrs in advance — intervene early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32735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6534"/>
                </a:solidFill>
              </a:rPr>
              <a:t>✓  Ops dashboard shows entire pipeline in one view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657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6534"/>
                </a:solidFill>
              </a:rPr>
              <a:t>✓  One system pulls from all lab portals automatically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72000"/>
            <a:ext cx="8138160" cy="658368"/>
          </a:xfrm>
          <a:prstGeom prst="rect">
            <a:avLst/>
          </a:prstGeom>
          <a:solidFill>
            <a:srgbClr val="F0FDF9"/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66344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6534"/>
                </a:solidFill>
              </a:rPr>
              <a:t>Key insight: The cost of detecting an Rx error at the lab is 40x higher than detecting it before the order is accepted. RxOps moves the detection point from post-cut to pre-routing — turning a cost centre into a quality advantage.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Five Layers of AI Intelligence Across the Rx Lifecycle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1536192" cy="3246120"/>
          </a:xfrm>
          <a:prstGeom prst="rect">
            <a:avLst/>
          </a:prstGeom>
          <a:solidFill>
            <a:srgbClr val="0D1B2A"/>
          </a:solidFill>
          <a:ln w="10160">
            <a:solidFill>
              <a:srgbClr val="1A2E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389888"/>
            <a:ext cx="731520" cy="731520"/>
          </a:xfrm>
          <a:prstGeom prst="ellipse">
            <a:avLst/>
          </a:prstGeom>
          <a:solidFill>
            <a:srgbClr val="00BFA5">
              <a:alpha val="15000"/>
            </a:srgbClr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89888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221284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Rx 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Customer uploads prescription. OCR extracts SPH, CYL, AXIS, ADD, PD values automatically. PDF and image formats supported.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810512" y="2029968"/>
            <a:ext cx="182880" cy="0"/>
          </a:xfrm>
          <a:prstGeom prst="line">
            <a:avLst/>
          </a:prstGeom>
          <a:noFill/>
          <a:ln w="12700">
            <a:solidFill>
              <a:srgbClr val="00BFA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993392" y="1325880"/>
            <a:ext cx="1536192" cy="3246120"/>
          </a:xfrm>
          <a:prstGeom prst="rect">
            <a:avLst/>
          </a:prstGeom>
          <a:solidFill>
            <a:srgbClr val="0D1B2A"/>
          </a:solidFill>
          <a:ln w="10160">
            <a:solidFill>
              <a:srgbClr val="1A2E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1389888"/>
            <a:ext cx="731520" cy="731520"/>
          </a:xfrm>
          <a:prstGeom prst="ellipse">
            <a:avLst/>
          </a:prstGeom>
          <a:solidFill>
            <a:srgbClr val="00BFA5">
              <a:alpha val="15000"/>
            </a:srgbClr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389888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66544" y="221284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AI Validator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2651760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ML model checks for out-of-range values, boundary conditions (AXIS 0/180), ADD vs patient age mismatches, missing PD. 87% avg confidence score.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529584" y="2029968"/>
            <a:ext cx="182880" cy="0"/>
          </a:xfrm>
          <a:prstGeom prst="line">
            <a:avLst/>
          </a:prstGeom>
          <a:noFill/>
          <a:ln w="12700">
            <a:solidFill>
              <a:srgbClr val="00BFA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712464" y="1325880"/>
            <a:ext cx="1536192" cy="3246120"/>
          </a:xfrm>
          <a:prstGeom prst="rect">
            <a:avLst/>
          </a:prstGeom>
          <a:solidFill>
            <a:srgbClr val="0D1B2A"/>
          </a:solidFill>
          <a:ln w="10160">
            <a:solidFill>
              <a:srgbClr val="1A2E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1389888"/>
            <a:ext cx="731520" cy="731520"/>
          </a:xfrm>
          <a:prstGeom prst="ellipse">
            <a:avLst/>
          </a:prstGeom>
          <a:solidFill>
            <a:srgbClr val="00BFA5">
              <a:alpha val="15000"/>
            </a:srgbClr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389888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85616" y="221284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Lab Router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03904" y="2651760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Per-order ML scoring across all lab partners on capacity, TAT, specialization match, geographic proximity, and SLA buffer. One-click confirm or override.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248656" y="2029968"/>
            <a:ext cx="182880" cy="0"/>
          </a:xfrm>
          <a:prstGeom prst="line">
            <a:avLst/>
          </a:prstGeom>
          <a:noFill/>
          <a:ln w="12700">
            <a:solidFill>
              <a:srgbClr val="00BFA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31536" y="1325880"/>
            <a:ext cx="1536192" cy="3246120"/>
          </a:xfrm>
          <a:prstGeom prst="rect">
            <a:avLst/>
          </a:prstGeom>
          <a:solidFill>
            <a:srgbClr val="0D1B2A"/>
          </a:solidFill>
          <a:ln w="10160">
            <a:solidFill>
              <a:srgbClr val="1A2E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33872" y="1389888"/>
            <a:ext cx="731520" cy="731520"/>
          </a:xfrm>
          <a:prstGeom prst="ellipse">
            <a:avLst/>
          </a:prstGeom>
          <a:solidFill>
            <a:srgbClr val="00BFA5">
              <a:alpha val="15000"/>
            </a:srgbClr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1389888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04688" y="221284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At-Risk Monitor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22976" y="2651760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Every open order is scored every 30 minutes. Orders predicted to miss SLA are surfaced 24 hrs early. Ops team sees intervention options directly on the dashboard.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967728" y="2029968"/>
            <a:ext cx="182880" cy="0"/>
          </a:xfrm>
          <a:prstGeom prst="line">
            <a:avLst/>
          </a:prstGeom>
          <a:noFill/>
          <a:ln w="12700">
            <a:solidFill>
              <a:srgbClr val="00BFA5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150608" y="1325880"/>
            <a:ext cx="1536192" cy="3246120"/>
          </a:xfrm>
          <a:prstGeom prst="rect">
            <a:avLst/>
          </a:prstGeom>
          <a:solidFill>
            <a:srgbClr val="0D1B2A"/>
          </a:solidFill>
          <a:ln w="10160">
            <a:solidFill>
              <a:srgbClr val="1A2E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52944" y="1389888"/>
            <a:ext cx="731520" cy="731520"/>
          </a:xfrm>
          <a:prstGeom prst="ellipse">
            <a:avLst/>
          </a:prstGeom>
          <a:solidFill>
            <a:srgbClr val="00BFA5">
              <a:alpha val="15000"/>
            </a:srgbClr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389888"/>
            <a:ext cx="1536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221284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QC &amp; Dispatch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42048" y="2651760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80" dirty="0">
                <a:solidFill>
                  <a:srgbClr val="94A3B8"/>
                </a:solidFill>
              </a:rPr>
              <a:t>Lab confirms completion. System auto-triggers dispatch and closes the loop. All metrics — TAT, accuracy, SLA hit rate — feed back into the routing ML model.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02920" y="4681728"/>
            <a:ext cx="8229600" cy="566928"/>
          </a:xfrm>
          <a:prstGeom prst="rect">
            <a:avLst/>
          </a:prstGeom>
          <a:solidFill>
            <a:srgbClr val="071525"/>
          </a:solidFill>
          <a:ln w="7620">
            <a:solidFill>
              <a:srgbClr val="00B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77316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BFA5"/>
                </a:solidFill>
              </a:rPr>
              <a:t>PhonePe proof point: Same propensity-to-transact ML architecture used for the Rx risk model — real-time per-order scoring replacing manual rule-based decisions. Deployed at 350M+ MAU scale.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4 Console Views — One Unified Operations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011680" cy="4023360"/>
          </a:xfrm>
          <a:prstGeom prst="rect">
            <a:avLst/>
          </a:prstGeom>
          <a:solidFill>
            <a:srgbClr val="F8FAFC"/>
          </a:solidFill>
          <a:ln w="762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011680" cy="2926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18872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 — Ops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Live order pipeline with AI risk scores. KPI cards: at-risk count, avg processing time, lab utilization. One-click intervention on delayed orders.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11480" y="2578608"/>
            <a:ext cx="1828800" cy="1600200"/>
          </a:xfrm>
          <a:prstGeom prst="rect">
            <a:avLst/>
          </a:prstGeom>
          <a:solidFill>
            <a:srgbClr val="071525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2633472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 1,247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At-Risk: 34 🔴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Gulf Optics: 71%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 Labs: 89% ⚠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EW-284628 HIGH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EW-284673 HIGH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496312" y="1188720"/>
            <a:ext cx="2011680" cy="4023360"/>
          </a:xfrm>
          <a:prstGeom prst="rect">
            <a:avLst/>
          </a:prstGeom>
          <a:solidFill>
            <a:srgbClr val="F8FAFC"/>
          </a:solidFill>
          <a:ln w="762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188720"/>
            <a:ext cx="2011680" cy="2926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9464" y="118872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 — Rx Validator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87752" y="153619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AI scans every uploaded prescription. Flags out-of-range values, boundary conditions, and age-ADD mismatches. Approve, request clarification, or override.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587752" y="2578608"/>
            <a:ext cx="1828800" cy="1600200"/>
          </a:xfrm>
          <a:prstGeom prst="rect">
            <a:avLst/>
          </a:prstGeom>
          <a:solidFill>
            <a:srgbClr val="071525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2633472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OD: SPH -2.50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CYL -0.75 AXIS 180°⚠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+2.00 OS: SPH -2.25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Flags Found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87%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Approve ] [ Flag ]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72584" y="1188720"/>
            <a:ext cx="2011680" cy="4023360"/>
          </a:xfrm>
          <a:prstGeom prst="rect">
            <a:avLst/>
          </a:prstGeom>
          <a:solidFill>
            <a:srgbClr val="F8FAFC"/>
          </a:solidFill>
          <a:ln w="762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1188720"/>
            <a:ext cx="2011680" cy="2926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8" name="Text 16"/>
          <p:cNvSpPr/>
          <p:nvPr/>
        </p:nvSpPr>
        <p:spPr>
          <a:xfrm>
            <a:off x="4745736" y="118872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— Smart Lab Router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64024" y="153619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Per-order ML recommendation across all lab partners. Shows capacity, TAT, SLA buffer, and specialization match score. One click to confirm routing.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764024" y="2578608"/>
            <a:ext cx="1828800" cy="1600200"/>
          </a:xfrm>
          <a:prstGeom prst="rect">
            <a:avLst/>
          </a:prstGeom>
          <a:solidFill>
            <a:srgbClr val="071525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633472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EW-284711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Complexity: Medium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Gulf Optics 94% ✓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 Labs  71%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Noor     43%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Confirm Route ]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848856" y="1188720"/>
            <a:ext cx="2011680" cy="4023360"/>
          </a:xfrm>
          <a:prstGeom prst="rect">
            <a:avLst/>
          </a:prstGeom>
          <a:solidFill>
            <a:srgbClr val="F8FAFC"/>
          </a:solidFill>
          <a:ln w="762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48856" y="1188720"/>
            <a:ext cx="2011680" cy="2926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4" name="Text 22"/>
          <p:cNvSpPr/>
          <p:nvPr/>
        </p:nvSpPr>
        <p:spPr>
          <a:xfrm>
            <a:off x="6922008" y="118872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— Admin Config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0296" y="153619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475569"/>
                </a:solidFill>
              </a:rPr>
              <a:t>Routing rules engine with toggle controls. Alert thresholds for SLA, capacity, Rx confidence. Lab registry with live capacity feeds from all partners.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940296" y="2578608"/>
            <a:ext cx="1828800" cy="1600200"/>
          </a:xfrm>
          <a:prstGeom prst="rect">
            <a:avLst/>
          </a:prstGeom>
          <a:solidFill>
            <a:srgbClr val="071525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6872" y="2633472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 Rules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 lab ✓ ON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 cap 90% ✓ ON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Progressive cert ON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8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Alert: 24hr buffer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Projected Impact — Built on PhonePe Proof Points at Scale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FA5"/>
                </a:solidFill>
              </a:rPr>
              <a:t>OPS EFFICIENCY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3840480" cy="713232"/>
          </a:xfrm>
          <a:prstGeom prst="rect">
            <a:avLst/>
          </a:prstGeom>
          <a:solidFill>
            <a:srgbClr val="0D1B2A"/>
          </a:solidFill>
          <a:ln w="7620">
            <a:solidFill>
              <a:srgbClr val="1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8191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↑ 60%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48840" y="158191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SLA on-time rate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From current ~70% baseline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340864"/>
            <a:ext cx="3840480" cy="713232"/>
          </a:xfrm>
          <a:prstGeom prst="rect">
            <a:avLst/>
          </a:prstGeom>
          <a:solidFill>
            <a:srgbClr val="0D1B2A"/>
          </a:solidFill>
          <a:ln w="7620">
            <a:solidFill>
              <a:srgbClr val="1A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8658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↓ 80%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48840" y="2386584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Rx validation errors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AI catch rate at 87% confidence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3145536"/>
            <a:ext cx="3840480" cy="713232"/>
          </a:xfrm>
          <a:prstGeom prst="rect">
            <a:avLst/>
          </a:prstGeom>
          <a:solidFill>
            <a:srgbClr val="0D1B2A"/>
          </a:solidFill>
          <a:ln w="7620">
            <a:solidFill>
              <a:srgbClr val="1A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91256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−1.2 days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48840" y="319125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Avg processing time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Validation step: 8.2h → 3.1h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950208"/>
            <a:ext cx="3840480" cy="713232"/>
          </a:xfrm>
          <a:prstGeom prst="rect">
            <a:avLst/>
          </a:prstGeom>
          <a:solidFill>
            <a:srgbClr val="0D1B2A"/>
          </a:solidFill>
          <a:ln w="762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9592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↑ 4×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48840" y="3995928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Orders per ops FTE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Less firefighting, more orchestration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</a:rPr>
              <a:t>BUSINESS ROI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1536192"/>
            <a:ext cx="3840480" cy="713232"/>
          </a:xfrm>
          <a:prstGeom prst="rect">
            <a:avLst/>
          </a:prstGeom>
          <a:solidFill>
            <a:srgbClr val="0D1B2A"/>
          </a:solidFill>
          <a:ln w="762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58191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AED 250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29400" y="1581912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Saved per avoided remake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Target: 30% reduction in remakes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340864"/>
            <a:ext cx="3840480" cy="713232"/>
          </a:xfrm>
          <a:prstGeom prst="rect">
            <a:avLst/>
          </a:prstGeom>
          <a:solidFill>
            <a:srgbClr val="0D1B2A"/>
          </a:solidFill>
          <a:ln w="7620">
            <a:solidFill>
              <a:srgbClr val="1A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86584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↓ 65%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629400" y="2386584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Customer SLA complaints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Proactive comms before breach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3145536"/>
            <a:ext cx="3840480" cy="713232"/>
          </a:xfrm>
          <a:prstGeom prst="rect">
            <a:avLst/>
          </a:prstGeom>
          <a:solidFill>
            <a:srgbClr val="0D1B2A"/>
          </a:solidFill>
          <a:ln w="7620">
            <a:solidFill>
              <a:srgbClr val="1A2E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191256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AED 1.2M+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629400" y="3191256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Annual rework cost saved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At current order volume (est.)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950208"/>
            <a:ext cx="3840480" cy="713232"/>
          </a:xfrm>
          <a:prstGeom prst="rect">
            <a:avLst/>
          </a:prstGeom>
          <a:solidFill>
            <a:srgbClr val="0D1B2A"/>
          </a:solidFill>
          <a:ln w="762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95928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&lt; 8 wks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629400" y="3995928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Time to first measurable ROI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Pilot with 200 orders/day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828032"/>
            <a:ext cx="8138160" cy="658368"/>
          </a:xfrm>
          <a:prstGeom prst="rect">
            <a:avLst/>
          </a:prstGeom>
          <a:solidFill>
            <a:srgbClr val="050F1A"/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91947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BFA5"/>
                </a:solidFill>
              </a:rPr>
              <a:t>At PhonePe: rebuilding the offer ops workflow reduced manual TAT from 2 days to 30 minutes. The same process re-engineering approach applied to Rx validation is the core of RxOps.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I Built This Architecture. Here Is the Evidence.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3931920" cy="3566160"/>
          </a:xfrm>
          <a:prstGeom prst="rect">
            <a:avLst/>
          </a:prstGeom>
          <a:solidFill>
            <a:srgbClr val="071525"/>
          </a:solidFill>
          <a:ln w="10160">
            <a:solidFill>
              <a:srgbClr val="1A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FA5"/>
                </a:solidFill>
              </a:rPr>
              <a:t>WHAT I BUILT AT PHONEPE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■  Offer ops workflow rebuild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95681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Manual 2-day TAT → 30-min automated pipeline. Identical to RxOps validation step redesign.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■  Propensity-to-Transact ML model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72491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Real-time per-user scoring replacing rule-based decisions. Same architecture as Rx risk scoring.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325526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■  Multi-vendor lab-equivalent platform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49300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500+ brand partners on a self-serve system with segmentation and performance scorecards.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402336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■  B2B merchant routing &amp; onboarding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426110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5,000+ merchants, 30-min onboarding TAT. Same routing-decision logic as smart lab router.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261872"/>
            <a:ext cx="3931920" cy="3566160"/>
          </a:xfrm>
          <a:prstGeom prst="rect">
            <a:avLst/>
          </a:prstGeom>
          <a:solidFill>
            <a:srgbClr val="F0FDF9"/>
          </a:solidFill>
          <a:ln w="10160">
            <a:solidFill>
              <a:srgbClr val="6EE7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17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66534"/>
                </a:solidFill>
              </a:rPr>
              <a:t>HOW IT MAPS TO EYEWA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</a:rPr>
              <a:t>✓  Roadmap for internal ops tools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4920" y="195681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The exact mandate — Rx ops, lab routing, SLA alerting are internal tooling challenges.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24871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</a:rPr>
              <a:t>✓  AI and automation use cases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4920" y="272491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Prescription validation and lab routing are AI use cases I defined, spec-ed, and shipped.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325526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</a:rPr>
              <a:t>✓  Data-driven product decisions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4920" y="349300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ML model selection, threshold tuning, A/B test design — all owned end-to-end.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402336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</a:rPr>
              <a:t>✓  Cross-functional stakeholder mgmt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426110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Aligned engineering, ops, brand partners, and data science across competing priorities.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956048"/>
            <a:ext cx="8138160" cy="658368"/>
          </a:xfrm>
          <a:prstGeom prst="rect">
            <a:avLst/>
          </a:prstGeom>
          <a:solidFill>
            <a:srgbClr val="F0FDF9"/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04748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166534"/>
                </a:solidFill>
              </a:rPr>
              <a:t>"The challenge at eyewa is not understanding the problem — it is building the intelligence layer to solve it at scale. That is exactly what I did at PhonePe."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Three Phases to Full Deployment — First Value in 6 Weeks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2697480" cy="32004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FA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98448"/>
            <a:ext cx="2697480" cy="329184"/>
          </a:xfrm>
          <a:prstGeom prst="rect">
            <a:avLst/>
          </a:prstGeom>
          <a:solidFill>
            <a:srgbClr val="00BFA5">
              <a:alpha val="12000"/>
            </a:srgbClr>
          </a:solidFill>
          <a:ln w="762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Phase 1  ·  Weeks 1–6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" y="1719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Rx Validator Pilot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1208" y="21396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Deploy AI Rx Validator on 100% of new Rx orders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21208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Run in shadow mode first — flag without blocking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521208" y="31638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Measure: false positive rate, validation time reduction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21208" y="36758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A/B vs manual review on a held-out order set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319272" y="1298448"/>
            <a:ext cx="2697480" cy="3200400"/>
          </a:xfrm>
          <a:prstGeom prst="rect">
            <a:avLst/>
          </a:prstGeom>
          <a:solidFill>
            <a:srgbClr val="0D1B2A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298448"/>
            <a:ext cx="2697480" cy="329184"/>
          </a:xfrm>
          <a:prstGeom prst="rect">
            <a:avLst/>
          </a:prstGeom>
          <a:solidFill>
            <a:srgbClr val="F59E0B">
              <a:alpha val="12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29844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Phase 2  ·  Weeks 7–14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719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Smart Lab Router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29000" y="21396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Integrate capacity feeds from all 4 lab partners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3429000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Deploy ML routing for single-vision orders first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3429000" y="31638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Expand to progressive and hi-index after 2-week bake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429000" y="36758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Launch at-risk SLA dashboard for ops team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227064" y="1298448"/>
            <a:ext cx="2697480" cy="3200400"/>
          </a:xfrm>
          <a:prstGeom prst="rect">
            <a:avLst/>
          </a:prstGeom>
          <a:solidFill>
            <a:srgbClr val="0D1B2A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7064" y="1298448"/>
            <a:ext cx="2697480" cy="329184"/>
          </a:xfrm>
          <a:prstGeom prst="rect">
            <a:avLst/>
          </a:prstGeom>
          <a:solidFill>
            <a:srgbClr val="22C55E">
              <a:alpha val="12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129844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Phase 3  ·  Weeks 15–20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36792" y="1719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Full RxOps Console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36792" y="21396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Full production rollout across all order types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336792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Ops dashboard live for all team members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6336792" y="31638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Predictive SLA alerting 24 hrs in advance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6336792" y="36758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94A3B8"/>
                </a:solidFill>
              </a:rPr>
              <a:t>→  Feedback loop: QC data back into routing model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02920" y="4645152"/>
            <a:ext cx="8229600" cy="822960"/>
          </a:xfrm>
          <a:prstGeom prst="rect">
            <a:avLst/>
          </a:prstGeom>
          <a:solidFill>
            <a:srgbClr val="0D1B2A"/>
          </a:solidFill>
          <a:ln w="1016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365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FA5"/>
                </a:solidFill>
              </a:rPr>
              <a:t>WHAT I NEED TO BUILD THIS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" y="4937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Access to Rx order data  ·  Lab portal API credentials  ·  1 backend engineer  ·  1 data analyst for model training  ·  Ops team as pilot users (weeks 1–6)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Ajay Avaghade  ·  avaghadeajay009@gmail.com  ·  +91 9561558439  ·  linkedin.com/in/ajay-avaghade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2026-05-25T18:22:53Z</dcterms:created>
  <dcterms:modified xsi:type="dcterms:W3CDTF">2026-05-25T18:22:53Z</dcterms:modified>
</cp:coreProperties>
</file>