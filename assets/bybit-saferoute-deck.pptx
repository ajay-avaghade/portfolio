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YBIT_MASTER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A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8E9C"/>
                </a:solidFill>
              </a:rPr>
              <a:t>BYBIT EMI PRODUCT STRATEGY // CONFIDENTIAL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A600"/>
                </a:solidFill>
              </a:rPr>
              <a:t>SafeRoute Engine: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CEF"/>
                </a:solidFill>
              </a:rPr>
              <a:t>Dynamic Payment Routing &amp; Safeguarding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8E9C"/>
                </a:solidFill>
              </a:rPr>
              <a:t>Automating SEPA routing and T+0 fund reconciliation for EMI compliance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</a:rPr>
              <a:t>Ajay Avaghade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The Friction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181A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Static SEPA/SWIFT payment rails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Manual end-of-day safeguarding sweeps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Bank downtimes causing Txn failures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Reconciliation bottlenecks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The Business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9202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Poor fiat deposit success rates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Regulatory risk in EEA jurisdictions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High operational overhead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SafeRoute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8E9C"/>
                </a:solidFill>
              </a:rPr>
              <a:t>❌ Legacy Rails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Single bank dependency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Batch reconciliation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High failure rates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Compliance risk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0" y="1371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600"/>
                </a:solidFill>
              </a:rPr>
              <a:t>✅ SafeRoute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Multi-bank smart routing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Real-time safeguarding sweeps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Automated fallback logic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T+0 EEA compliance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920240"/>
            <a:ext cx="731520" cy="731520"/>
          </a:xfrm>
          <a:prstGeom prst="ellipse">
            <a:avLst/>
          </a:prstGeom>
          <a:solidFill>
            <a:srgbClr val="F7A600"/>
          </a:solidFill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7315200" cy="45720"/>
          </a:xfrm>
          <a:prstGeom prst="rect">
            <a:avLst/>
          </a:prstGeom>
          <a:solidFill>
            <a:srgbClr val="848E9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User Deposit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Engine Routes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Bank Process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Auto Safeguard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Impact &amp; KPIs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B81"/>
                </a:solidFill>
              </a:rPr>
              <a:t>99.8%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ECEF"/>
                </a:solidFill>
              </a:rPr>
              <a:t>SEPA Success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560320" cy="18288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B81"/>
                </a:solidFill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ECEF"/>
                </a:solidFill>
              </a:rPr>
              <a:t>Recovery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560320" cy="18288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B81"/>
                </a:solidFill>
              </a:rPr>
              <a:t>T+0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ECEF"/>
                </a:solidFill>
              </a:rPr>
              <a:t>Reconciliation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2026-06-05T19:06:14Z</dcterms:created>
  <dcterms:modified xsi:type="dcterms:W3CDTF">2026-06-05T19:06:14Z</dcterms:modified>
</cp:coreProperties>
</file>