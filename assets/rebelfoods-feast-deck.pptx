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EatSure: SureFeast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AI-Curated Occasion Ordering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594360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Ajay Avaghade · Senior Product Manager Candidate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21792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Rebel Foods Case Study 3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0" y="1371600"/>
            <a:ext cx="2743200" cy="2743200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0" y="201168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4x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943600" y="292608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AOV Growth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Large Orders Carry Massive Cognitive Load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Ordering for 6 people with different dietary preferences across multiple brands takes 15 minutes of scrolling, causing drop-offs.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97316"/>
                </a:solidFill>
              </a:rPr>
              <a:t>High AOV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High Friction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84048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Occasion baskets are highly profitable but UX is lacking.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0" y="274320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97316"/>
                </a:solidFill>
              </a:rPr>
              <a:t>The Moat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200400" y="347472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Cloud Kitchens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00400" y="384048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Rebel Foods is uniquely positioned to fulfill multi-brand orders from a single location.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</a:rPr>
              <a:t>THE INSIGHT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</a:rPr>
              <a:t>AI-Curated Multi-Brand Carts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0"/>
            <a:ext cx="3657600" cy="22860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274320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</a:rPr>
              <a:t>1. Prompt-to-Cart Flow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Users input their intent: "Dinner for 6, mostly Biryani but 2 vegans". The AI translates intent directly into a complete, balanced cart.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2286000"/>
            <a:ext cx="3657600" cy="22860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274320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</a:rPr>
              <a:t>2. 1-Click Checkout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46320" y="320040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Skip the menu browsing phase entirely. Funnel high-intent "party" users straight to review and checkout, maximizing conversion.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</a:rPr>
              <a:t>PROOF OF WORK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</a:rPr>
              <a:t>Why Ajay Is Equipped to Build This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3931920" cy="365760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286000"/>
            <a:ext cx="3383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Discovery Transformation at PhonePe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3383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94A3B8"/>
                </a:solidFill>
              </a:rPr>
              <a:t>• Rebuilt ₹100 Cr/yr legacy systems into ML-driven experiences.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94A3B8"/>
                </a:solidFill>
              </a:rPr>
              <a:t>• Transformed static discovery workflows into dynamic curation.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94A3B8"/>
                </a:solidFill>
              </a:rPr>
              <a:t>• Increased user engagement by 26% and revenue by 11%.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828800"/>
            <a:ext cx="3931920" cy="36576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2286000"/>
            <a:ext cx="3383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</a:rPr>
              <a:t>Mapping to EatSure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2926080"/>
            <a:ext cx="3383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E1B4B"/>
                </a:solidFill>
              </a:rPr>
              <a:t>• Capable of designing complex AI-to-UX flows.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E1B4B"/>
                </a:solidFill>
              </a:rPr>
              <a:t>• Focuses on leveraging unique business advantages (Cloud Kitchen logistics).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E1B4B"/>
                </a:solidFill>
              </a:rPr>
              <a:t>• Proven impact on topline GMV growth.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Rebel Foods Case Study: SureFeast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4114800"/>
            <a:ext cx="8229600" cy="10972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4805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B4B"/>
                </a:solidFill>
              </a:rPr>
              <a:t>Contact: Ajay Avaghade | avaghadeajay009@gmail.com | linkedin.com/in/ajay-avaghade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2026-06-05T16:46:54Z</dcterms:created>
  <dcterms:modified xsi:type="dcterms:W3CDTF">2026-06-05T16:46:54Z</dcterms:modified>
</cp:coreProperties>
</file>