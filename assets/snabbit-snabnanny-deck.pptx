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685800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26364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566928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507492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448056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388620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29184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269748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10312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50876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91440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20040"/>
            <a:ext cx="54864" cy="7315200"/>
          </a:xfrm>
          <a:prstGeom prst="rect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CASE STUDY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12801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SnabNanny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Childcare: Trust Infrastructure → Recurring Nanny Relationship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PM Candidate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4754880"/>
            <a:ext cx="2286000" cy="1645920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platform-grade childcare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in India today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nanny problem in urban India is not a product problem.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trust infrastructure problem.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Platform-Grade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Childcare in India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trusted, on-demand, verified nanny solution exists for temporary or emergency childcare for urban families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Crèche Waitlist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in Bengaluru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crèches in HSR, Koramangala, Indiranagar have 6–18 month waitlists — nuclear families have no fallback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256032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5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783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423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Referral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Left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97180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apartment living has destroyed the "neighbour's nanny" trust network that urban India relied on for decades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343400"/>
            <a:ext cx="8412480" cy="82296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use cases with no solution: (1) Sick day cover — regular nanny didn't show, WFH meeting in 1 hour. (2) Event/party — need a responsible person for 3–4 hours while you host. (3) Trial-before-full-time — want to assess a nanny before committing to a full-time arrangement. All three require trust. None have a platform.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not a feature for childcare.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the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3794760" cy="3474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STATE (URBAN INDIA)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groups — unverified strangers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Maid agencies — no accountability, cash only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Nextdoor/Facebook — no screening, no recourse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platform trust layer exists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parents don't leave. They cancel their plans.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508760"/>
            <a:ext cx="4343400" cy="347472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SNABNANNY TRUST STACK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2103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Police verification with badge # visible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First Aid + child development certification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30-sec video introduction (nanny, not algorithm)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verified family references in-app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Nanny Score (composite) — not just star rating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160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Progressive trust: trial → regular → My Nanny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1508760"/>
            <a:ext cx="457200" cy="347472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5120640"/>
            <a:ext cx="8412480" cy="640080"/>
          </a:xfrm>
          <a:prstGeom prst="rect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66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gradual trust model: Session 1 (parent present, observer mode) → Session 2 (parent at home, different room) → Session 3+ (parent can leave, live photo check-ins every 45 min) → 5 sessions: My Nanny locked in. Switching cost becomes emotional, not rational.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Profile → Book → Live Check-ins → My Nanny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verification #, First Aid cert, Child Dev training, 3 family references, 30-sec video intro, Nanny Score visible upfront.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84832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84832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(parent present), Regular (can leave, live check-ins), Emergency Cover (substitute within 30 min — SLA guaranteed).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93592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03904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03904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03904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95344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check-in every 45 min from nanny. Parent sees activity, meals, mood. Emergency button always visible. Session timing monitored.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312664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22976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22976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Debrief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14416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child did, ate, mood + energy report. Nanny logs, parent reads. Daycare-style report builds familiarity and trust.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31736" y="26060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42048" y="1371600"/>
            <a:ext cx="155448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42048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42048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Nanny Lock-in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33488" y="2468880"/>
            <a:ext cx="1371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sessions: priority booking, rate freeze, emergency cover guarantee. Child knows her. Switching cost is emotional.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59436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091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Cover SLA: if My Nanny is unavailable, a verified substitute is dispatched within 30 minutes — guaranteed. Higher bar than any other category. This SLA is the competitive moat for the product.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screens. Trust profile to My Nanny.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Nanny Trust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verification badge # shown. First Aid, Child Dev certs. 3 verified family references. 30-sec video intro. Nanny Score (composite, not just stars).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463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Session Type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5623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session types: Trial (parent present), Regular (live check-ins), Emergency Cover (30-min SLA). Child age + special needs captured for matching.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Check-in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Nanny sends photo update every 45 min with activity, meals, mood notes. Emergency button always visible. Session timing monitored by Snabbit.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0233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474720"/>
            <a:ext cx="402336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6118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611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+ My Nanny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4005072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child did, ate, mood report (daycare-style). Post-Session 5: lock-in CTA with priority booking, rate freeze, emergency cover guarantee.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SnabNanny moves for Snabbit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Category Entirely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platform-grade childcare solution exists in India — first-mover advantage is structural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1460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Session Price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0604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₹0 for a cancelled plan or ₹15K/mo for a full-time arrangement — perfect price-value entry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vs Episodic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 Nanny subscriber has 4× LTV vs. one-time bookers (recurring + emergency coverage usage)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812280" y="13716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087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2084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SLA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4505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substitute dispatch — the trust anchor that makes the premium subscription worth it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sessions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 Threshold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sessions, child knows the nanny — emotional switching cost converts to subscription naturally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1460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51460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Distribution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0604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RWA/gated community partnerships: nanny availability as an amenity for 500+ resident households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CAC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cleaning customers in dual-income households are the primary acquisition channel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812280" y="3200400"/>
            <a:ext cx="19659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337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Repeat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812280" y="3913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→ Regular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03720" y="427939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who use emergency cover 3× convert to My Nanny subscription within 60 days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 maps directly to this.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60520" cy="4297680"/>
          </a:xfrm>
          <a:prstGeom prst="rect">
            <a:avLst/>
          </a:prstGeom>
          <a:solidFill>
            <a:srgbClr val="080C16"/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PHONEPE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Built B2B self-serve platform from zero: 5,000+ merchants onboarded with zero ops touch — trust-building at scale via structured verification 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77063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gamification: 63% task completion, 85% escalation reduction — the "complete N sessions to unlock deeper commitment" pattern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57530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Pincode real-time interventions: consumer behaviour change via contextual nudges at exactly the right moment in the user journey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3799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Offer checkout redesign (350M+ MAU): structured UX to build confidence before a financial commitment — same trust-before-conversion principle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7764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SNABNANNY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Zero-ops-touch merchant onboarding → Nanny verification pipeline: same problem (build trust at scale without human review for every profile)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0" y="2770632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Milestone mechanic → 5-session trust journey: same "progressive commitment unlock" architecture applied to a care relationship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35753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Contextual nudges → live check-in design: surface the right trust signal at exactly the moment a parent needs reassurance most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43799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Confidence-before-conversion UX → trial session design: "session 1, you stay home" is the same principle as showing full offer terms before payment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Category PMF in 90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Stack + Trial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police verification + First Aid cert pipeline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nanny video intro feature + Nanny Score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Beta: 50 nannies, 200 trial bookings in 2 societies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NPS &gt; 60, trial→repeat rate &gt; 40%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+ Emergency SLA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regular session (live check-in flow)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emergency 30-min dispatch capability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Nanny backup matching system for My Nanny tier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emergency SLA met &gt;90%, regular session NPS &gt; 65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6366F1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Nanny Subscription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My Nanny lock-in + subscription pricing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308152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Society partnership pilot (2 gated communities)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72200" y="364845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Track: subscription conversion at session 5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172200" y="4215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Gate: My Nanny LTV &gt; 3× trial-only users at 90 days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800600"/>
            <a:ext cx="8412480" cy="822960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Snabbit: Background verification API partner (AuthBridge/IDfy) · First Aid training vendor · 50 nanny recruits for beta · 2 society partnerships for launch · ₹20L subsidy budget for trial session pricing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2026-06-19T19:56:02Z</dcterms:created>
  <dcterms:modified xsi:type="dcterms:W3CDTF">2026-06-19T19:56:02Z</dcterms:modified>
</cp:coreProperties>
</file>