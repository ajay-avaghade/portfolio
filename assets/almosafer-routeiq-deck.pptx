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F5A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32B"/>
                </a:solidFill>
              </a:rPr>
              <a:t>ALMOSAFER TECH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0" y="210312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RouteIQ: Dynamic Cart Bundling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0" y="274320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2A5"/>
                </a:solidFill>
              </a:rPr>
              <a:t>Orchestrating real-time API integrations for high-margin ancillary attach rates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57607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By Ajay Avaghade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4389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F5A623"/>
                </a:solidFill>
              </a:rPr>
              <a:t>+35%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583680" y="51206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Average Order Value (AOV)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Siloed Booking Patterns &amp; Outdated Campaign Operations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82%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Single-Vertical Silos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Users book flights but buy hotels and local ground transfers elsewhere, losing platform volume.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12%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Generic Attach Rates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Soggy cross-sell conversion on travel insurance and car rentals due to rigid, unpersonalized CTAs.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00"/>
                </a:solidFill>
              </a:rPr>
              <a:t>2 Days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Offer Campaign TAT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2A5"/>
                </a:solidFill>
              </a:rPr>
              <a:t>Manual back-office partner setups delay campaign launch velocity and limit promotional agility.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8229600" cy="1188720"/>
          </a:xfrm>
          <a:prstGeom prst="rect">
            <a:avLst>
              <a:gd name="adj" fmla="val 6154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377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Insight: Conventional travel packages are static and forced. Real-time API connections with ground providers (Careem, local operators) and single-click checkout discounts convert siloed bookings into unified travel bundles.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Dynamic Cart Bundling Powered by Real-Time Partner APIs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32B"/>
                </a:solidFill>
              </a:rPr>
              <a:t>❌ Conventional Packages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Hard-coded flight + hotel package deals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Spammy email marketing and banners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Multiple checkouts for cars/activities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8B92A5"/>
                </a:solidFill>
              </a:rPr>
              <a:t>• Manual vendor coordination for promotions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2011680"/>
            <a:ext cx="3657600" cy="3840480"/>
          </a:xfrm>
          <a:prstGeom prst="rect">
            <a:avLst>
              <a:gd name="adj" fmla="val 2000"/>
            </a:avLst>
          </a:prstGeom>
          <a:solidFill>
            <a:srgbClr val="0C224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2377440"/>
            <a:ext cx="2926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A00"/>
                </a:solidFill>
              </a:rPr>
              <a:t>✅ RouteIQ Dynamic Cart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0" y="292608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Context-aware cross-sell recommendations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Dynamic discounts adjusting in real-time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1-click checkout with a single unified payment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</a:rPr>
              <a:t>• Self-serve partner console with 30-min campaign TAT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3566160"/>
            <a:ext cx="731520" cy="731520"/>
          </a:xfrm>
          <a:prstGeom prst="ellipse">
            <a:avLst/>
          </a:prstGeom>
          <a:solidFill>
            <a:srgbClr val="FF5A00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Intent Scoring &amp; Self-Serve Partner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7315200" cy="36576"/>
          </a:xfrm>
          <a:prstGeom prst="rect">
            <a:avLst/>
          </a:prstGeom>
          <a:solidFill>
            <a:srgbClr val="0C224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Add Primary Booking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Query Partner APIs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Calculate Discount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Unified 1-Click Pay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3291840"/>
            <a:ext cx="365760" cy="365760"/>
          </a:xfrm>
          <a:prstGeom prst="ellipse">
            <a:avLst/>
          </a:prstGeom>
          <a:solidFill>
            <a:srgbClr val="FF5A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8404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Self-Serve Launch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1. User adds hotel in Riyadh to cart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2. Engine calls Careem &amp; attraction partner API endpoints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3. RouteIQ evaluates intent and adds dynamic bundle markdown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4. Unified payment settles flights, hotel, and taxi booking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5. Local vendors launch campaigns independently via embeddable consoles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7132B"/>
                </a:solidFill>
              </a:rPr>
              <a:t>Real-Time Cross-Vertical Checkout 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01 — Hotel Detail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Dynamic cross-sell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Displays custom add-ons like taxi transfers or city tours matching user search parameters.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02 — Cart Drawer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Unified bundling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Presents dynamic discount and real-time discount explanation (e.g. -110 SAR).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03 — Confirmation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Unified receipt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Aggregates flight, hotel, and transfer booking confirmations into a single voucher.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920240"/>
            <a:ext cx="1965960" cy="3931920"/>
          </a:xfrm>
          <a:prstGeom prst="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210312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A00"/>
                </a:solidFill>
              </a:rPr>
              <a:t>04 — Partner Portal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783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132B"/>
                </a:solidFill>
              </a:rPr>
              <a:t>Self-serve operations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B92A5"/>
                </a:solidFill>
              </a:rPr>
              <a:t>Allows vendors to list inventory, review API latency, and launch campaigns in 30 minutes.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Elevating Average Order Value and Operational Speed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+35%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031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AOV Uplift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Drives hotel and ancillary additions to flight carts, expanding transaction size.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1945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+25%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Ancillary Attach 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Converts low-intent traffic into ground transfer and local activity bookings.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30 Min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031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Promotional Campaign TAT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Slashes promotion deployment time from 2 days to 30 mins via self-serve tools.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931920"/>
            <a:ext cx="3840480" cy="1645920"/>
          </a:xfrm>
          <a:prstGeom prst="rect">
            <a:avLst>
              <a:gd name="adj" fmla="val 4444"/>
            </a:avLst>
          </a:prstGeom>
          <a:solidFill>
            <a:srgbClr val="0C224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411480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A00"/>
                </a:solidFill>
              </a:rPr>
              <a:t>-23%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411480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Lower Partner CAC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4754880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Passes transaction traffic to partners, reducing customer acquisition costs.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MY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PhonePe Cart &amp; PG Scale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Launched cart-level real-time offer incentives on PhonePe Pincode, driving +35% AOV uplift.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Reduced quick commerce checkout cart abandonment by 60% and lifted 30-day retention by 20%.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8B92A5"/>
                </a:solidFill>
              </a:rPr>
              <a:t>• Extended self-serve campaign engines to AppStore developers, shrinking offer live TAT to 30 mins.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ALMOSAFER MATCH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7315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32B"/>
                </a:solidFill>
              </a:rPr>
              <a:t>Why I fit this PM role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Direct experience building cart-level contextual triggers and dynamic merchant pricing models.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Led cross-functional Tech/UX/Ops sprints to integrate B2B platforms and self-serve consoles.</a:t>
            </a:r>
            <a:endParaRPr lang="en-US" sz="12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 dirty="0">
                <a:solidFill>
                  <a:srgbClr val="07132B"/>
                </a:solidFill>
              </a:rPr>
              <a:t>• Deep understanding of API ecosystems for third-party service exchange and payouts.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029200"/>
            <a:ext cx="8229600" cy="1280160"/>
          </a:xfrm>
          <a:prstGeom prst="rect">
            <a:avLst>
              <a:gd name="adj" fmla="val 5714"/>
            </a:avLst>
          </a:prstGeom>
          <a:solidFill>
            <a:srgbClr val="FF5A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20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"Unlocking B2B self-serve consoles doesn't just streamline internal operations; it speeds up campaign velocity, allowing partner brands to drive checkout conversion."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RouteIQ Phased Integration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1: API 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Design and deploy unified partner API endpoints for transportation (Careem) and local tourism vendors.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2: Alpha Cart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Test real-time cart-bundling discount triggers on a subset of Riyadh hotel bookings to monitor AOV impacts.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60320" cy="2194560"/>
          </a:xfrm>
          <a:prstGeom prst="rect">
            <a:avLst>
              <a:gd name="adj" fmla="val 3333"/>
            </a:avLst>
          </a:prstGeom>
          <a:solidFill>
            <a:srgbClr val="0C2240"/>
          </a:solidFill>
          <a:ln w="31750">
            <a:solidFill>
              <a:srgbClr val="FF5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860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3: B2B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B92A5"/>
                </a:solidFill>
              </a:rPr>
              <a:t>Extend self-serve promotion control panels to partners, allowing direct campaign configuration.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>
              <a:gd name="adj" fmla="val 6667"/>
            </a:avLst>
          </a:prstGeom>
          <a:solidFill>
            <a:srgbClr val="0C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7680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A00"/>
                </a:solidFill>
              </a:rPr>
              <a:t>What I Need: A 20-minute chat to discuss Almosafer's dynamic cart bundling architecture.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2A5"/>
                </a:solidFill>
              </a:rPr>
              <a:t>Ajay Avaghade | avaghadeajay009@gmail.com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2026-06-12T14:09:51Z</dcterms:created>
  <dcterms:modified xsi:type="dcterms:W3CDTF">2026-06-12T14:09:51Z</dcterms:modified>
</cp:coreProperties>
</file>