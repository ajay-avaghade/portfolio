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BrainOps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Permissioned AI Deployment &amp; Shadow Testing Pipeline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Product Manager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Co. Case Study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011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Risk-Free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Cutover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Deployment Anxiety in Mission-Critical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Clients are terrified to "flip the switch" on AI because model drift or hallucination can have severe legal consequences.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No Testing Ground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Clients don't trust AI models trained purely in lab environments.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All-or-Nothing Risk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Standard CI/CD lacks granular traffic routing for operational users.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Lack of Accountability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Government deployments require cryptographic executive sign-offs.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</a:rPr>
              <a:t>Prove AI Efficacy Silently, Then Roll Out Safely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1. Shadow Mode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Run the AI on live production data, but hide decisions. Compare AI performance vs Human Baseline in real-time.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2. Canary Rollouts &amp; Sign-Offs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Gradually dial up AI traffic. Force explicit, audited executive approval before a 100% production cutover.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</a:rPr>
              <a:t>Why Ajay Is Equipped to Build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36576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A/B Testing Infrastructure at PhonePe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Designed and executed 25+ A/B tests to validate checkout logic.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Led agile delivery cycles for ML model rollouts without breaking core CX.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Deeply familiar with phased rollouts and traffic routing.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Mapping to Brain Co.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B1120"/>
                </a:solidFill>
              </a:rPr>
              <a:t>• Can translate complex MLOps constraints into a simple UX.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B1120"/>
                </a:solidFill>
              </a:rPr>
              <a:t>• Understands how to build trust with enterprise stakeholders.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B1120"/>
                </a:solidFill>
              </a:rPr>
              <a:t>• Proven ability to mitigate deployment risk through structured testing.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Brain Co. Case Study 3: BrainOps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Contact: Ajay Avaghade | avaghadeajay009@gmail.com | linkedin.com/in/ajay-avaghade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2026-06-05T16:04:15Z</dcterms:created>
  <dcterms:modified xsi:type="dcterms:W3CDTF">2026-06-05T16:04:15Z</dcterms:modified>
</cp:coreProperties>
</file>