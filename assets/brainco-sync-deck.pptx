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BrainSync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Data Ingestion &amp; PII Redaction Pipeline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Ajay Avaghade · Product Manager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6217920"/>
            <a:ext cx="4572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Brain Co. Case Study 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2743200"/>
          </a:xfrm>
          <a:prstGeom prst="ellipse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20116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943600" y="292608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PII Leakage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8FAFC"/>
                </a:solidFill>
              </a:rPr>
              <a:t>Data Silos and Security Blockers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8FAFC"/>
                </a:solidFill>
              </a:rPr>
              <a:t>AI models are useless if government clients can't securely feed them data.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6 Months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Security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Infosec teams block data transfers due to massive PII liabilities.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Manual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2004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ETL Pipelines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004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Relying on engineers to custom-code redaction for every deployment.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0" y="274320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</a:rPr>
              <a:t>Fragmented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943600" y="347472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Legacy DBs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840480"/>
            <a:ext cx="2286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Government data is trapped across on-prem Postgres, S3, and mainframes.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THE INSIGHT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Empower IT Admins with a Visual "Clean Room"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120"/>
                </a:solidFill>
              </a:rPr>
              <a:t>By building a self-serve B2B workflow, we abstract complex data engineering so enterprise clients can safely ingest their own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7432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1. Auto PII Detection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The system automatically flags SSNs, Names, and Addresses in the schema.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2743200"/>
            <a:ext cx="3657600" cy="2286000"/>
          </a:xfrm>
          <a:prstGeom prst="rect">
            <a:avLst/>
          </a:prstGeom>
          <a:solidFill>
            <a:srgbClr val="F8FAFC"/>
          </a:solidFill>
          <a:ln/>
          <a:effectLst>
            <a:outerShdw sx="100000" sy="100000" kx="0" ky="0" algn="bl" rotWithShape="0" blurRad="38100" dist="127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32004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2. One-Click Redaction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3657600"/>
            <a:ext cx="31089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Apply tokenization or drop policies visually, without writing SQL or Python.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2743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PROOF OF WORK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120"/>
                </a:solidFill>
              </a:rPr>
              <a:t>Why Ajay Is Equipped to Build This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931920" cy="3657600"/>
          </a:xfrm>
          <a:prstGeom prst="rect">
            <a:avLst/>
          </a:prstGeom>
          <a:solidFill>
            <a:srgbClr val="0B112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</a:rPr>
              <a:t>B2B Workflows at PhonePe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Built a zero-to-one B2B SaaS workflow builder.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Enabled 5,000+ merchants to configure complex payment logic without coding.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• Reduced integration time from 6 weeks to 2 days.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657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228600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120"/>
                </a:solidFill>
              </a:rPr>
              <a:t>Mapping to Brain Co.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0" y="2926080"/>
            <a:ext cx="33832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Proven ability to abstract backend engineering into intuitive B2B UX.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Understands how to navigate enterprise infosec blockers.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0B1120"/>
                </a:solidFill>
              </a:rPr>
              <a:t>• Accelerates deployment by empowering the customer.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</a:rPr>
              <a:t>Brain Co. Case Study 2: BrainSync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4114800"/>
            <a:ext cx="8229600" cy="109728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48056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</a:rPr>
              <a:t>Contact: Ajay Avaghade | avaghadeajay009@gmail.com | linkedin.com/in/ajay-avaghade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2026-06-05T16:02:18Z</dcterms:created>
  <dcterms:modified xsi:type="dcterms:W3CDTF">2026-06-05T16:02:18Z</dcterms:modified>
</cp:coreProperties>
</file>