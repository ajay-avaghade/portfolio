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0" cy="6858000"/>
          </a:xfrm>
          <a:prstGeom prst="line">
            <a:avLst/>
          </a:prstGeom>
          <a:noFill/>
          <a:ln w="6350">
            <a:solidFill>
              <a:srgbClr val="FF385C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6350">
            <a:solidFill>
              <a:srgbClr val="FF385C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6350">
            <a:solidFill>
              <a:srgbClr val="FF385C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FF385C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FF385C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6350">
            <a:solidFill>
              <a:srgbClr val="FF385C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20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38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HEADOUT · CASE STUDY 01 · REBOOKIQ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9144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RebookIQ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Post-Experience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Rebooking Engine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6217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Ajay Avaghade · Product Manager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011680"/>
            <a:ext cx="2834640" cy="1828800"/>
          </a:xfrm>
          <a:prstGeom prst="rect">
            <a:avLst/>
          </a:prstGeom>
          <a:solidFill>
            <a:srgbClr val="FF385C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148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+28%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035040" y="28346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D30 Rebooking 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Projected from PhonePe +15% baseline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4023360"/>
            <a:ext cx="1325880" cy="14630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416052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2.4×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35040" y="466344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CLTV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Uplift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4023360"/>
            <a:ext cx="1325880" cy="14630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0" y="416052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−35%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98080" y="4663440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Booking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38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60%+ of First-Time Headout Users Never Book Again — The Post-Experience Moment Is Wasted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743200" cy="2560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057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60%+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Single-experience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users book once and never return — app closed at ticket delivery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743200" cy="2560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057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2900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Post-experience prompts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3246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fires when you exit the venue — highest-intent moment missed entirely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743200" cy="25603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0574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47 wks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35508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gap between bookings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3246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 apps open 0.8× per month vs 8.4× for rideshare — zero engagement hook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754880"/>
            <a:ext cx="8412480" cy="1645920"/>
          </a:xfrm>
          <a:prstGeom prst="rect">
            <a:avLst/>
          </a:prstGeom>
          <a:solidFill>
            <a:srgbClr val="1A0808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4754880"/>
            <a:ext cx="54864" cy="164592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8920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 cause: The highest-intent moment — the 30-minute window after your experience ends, when the Colosseum is still vivid and you're already thinking "what next" — fires with zero product response. RebookIQ closes this gap.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38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0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Highest-Converting Moment Fires When Your Experience Ends — Not a Day Later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4114800" cy="411480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 Without RebookIQ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Experience ends → app closes → user gone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Next push notification: generic promo, 3 days later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No city badge, no milestone, no identity formed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No recommendations tied to what you just did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One-time visitor → zero rebooking loop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4114800" cy="4114800"/>
          </a:xfrm>
          <a:prstGeom prst="rect">
            <a:avLst/>
          </a:prstGeom>
          <a:solidFill>
            <a:srgbClr val="0D0D0D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With RebookIQ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514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Experience ends → RebookIQ fires within 30 minutes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108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City badge unlocked → Explorer Score activated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703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Top 3 personalized next picks surfaced immediately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4297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"94% of Colosseum visitors book this next" social proof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48920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Milestone creates forward pull → multi-city explorer identity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insight: The Explorer Score milestone creates pull — not push. Users return not because of a notification but because they're 60 points away from a Paris Explorer badge. The mechanic builds identity, not dependency. (Source: Phocuswright Tours &amp; Attractions 2023)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MECHANIC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Five Steps. One Continuous Rebooking Loop.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743200" cy="201168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2743200" cy="4572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Post-Experience Trigger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ticket validity expires → RebookIQ fires within 30 min. Push notification + in-app card: "Colosseum done ✓ — Rome Explorer awaits."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743200" cy="201168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63040"/>
            <a:ext cx="2743200" cy="4572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Badge Unlock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Celebration screen: "Rome Unlocked 🏛️". Explorer Score activated. Social share prompt. Creates identity anchor — user is now a "Rome Explorer", not a ticket buyer.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743200" cy="201168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743200" cy="4572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Next Picks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28600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RebookIQ recommendations ranked by: past experience type × next-experience affinity × availability × time of day × peer behavior signal. Not generic. Tied to what you just did.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114800" cy="201168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49040"/>
            <a:ext cx="4114800" cy="4572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Explorer Score + Milestone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score profile: cities unlocked, points, next milestone badge. "20 points from Paris Explorer → book 1 experience in Paris." Pull mechanic builds cross-city expansion.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749040"/>
            <a:ext cx="4114800" cy="201168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749040"/>
            <a:ext cx="4114800" cy="4572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160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→ Loop Continues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57200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booking triggers new city score if cross-city, or deepens Rome Explorer rank if same-city. Peer feed shows activity. Milestone progress bar accelerates to third booking.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355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A/B tested parallel at PhonePe: 3-category breadth threshold + milestone mechanics → D30 retention +15% across new-user cohort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38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0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Five Screen States — Post-Experience to Second Booking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743200" cy="2194560"/>
          </a:xfrm>
          <a:prstGeom prst="rect">
            <a:avLst/>
          </a:prstGeom>
          <a:solidFill>
            <a:srgbClr val="0D0D0D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2743200" cy="4572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Post-Experience Card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Fires 30 min after ticket validity end. Rating prompt (⭐⭐⭐⭐⭐). "Your experience just ended ✓ — RebookIQ is finding your next pick." Loading animation.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743200" cy="2194560"/>
          </a:xfrm>
          <a:prstGeom prst="rect">
            <a:avLst/>
          </a:prstGeom>
          <a:solidFill>
            <a:srgbClr val="0D0D0D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71600"/>
            <a:ext cx="2743200" cy="4572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Rome Explorer Badge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badge unlock celebration. Explorer Score activated: 240 pts. "Rome Explorer · Level 2 Unlocked". 3 pick chips: Vatican · Food Tour · Trevi Night Walk.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743200" cy="2194560"/>
          </a:xfrm>
          <a:prstGeom prst="rect">
            <a:avLst/>
          </a:prstGeom>
          <a:solidFill>
            <a:srgbClr val="0D0D0D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71600"/>
            <a:ext cx="2743200" cy="4572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17830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RebookIQ Picks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21488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"What's Next in Rome" · 3 ranked cards. "94% of Colosseum visitors book Vatican next." Top pick badge, urgency signals, 1-tap booking CTA.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4114800" cy="2194560"/>
          </a:xfrm>
          <a:prstGeom prst="rect">
            <a:avLst/>
          </a:prstGeom>
          <a:solidFill>
            <a:srgbClr val="0D0D0D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749040"/>
            <a:ext cx="4114800" cy="4572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86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Explorer Score Profile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5262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Cities unlocked (Rome ✓, Paris 🔒, Dubai 🔒). Score ring: 240/300 pts. Milestone progress: "20 pts from Paris Explorer badge." Activity log.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749040"/>
            <a:ext cx="4114800" cy="2194560"/>
          </a:xfrm>
          <a:prstGeom prst="rect">
            <a:avLst/>
          </a:prstGeom>
          <a:solidFill>
            <a:srgbClr val="0D0D0D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749040"/>
            <a:ext cx="4114800" cy="4572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886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Booking Confirmed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452628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Vatican Museums confirmed. Confetti. Score upgrade: 240 → 280 pts. "20 pts from Paris Explorer 🗼" — forward pull into next city.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6355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Prototype: headout-rebookiq-prototype.html · 5 interactive screens · keyboard navigation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38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&amp; ROI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Built on PhonePe Proof Points — Adjusted for Headout Scale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38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TRAVELER IMPACT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411480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+28%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9164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D30 Rebooking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2128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(Source: PhonePe D30 +15% baseline · conservative Headout projection)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411480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880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2.4×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9164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CLTV (1→3 experiences)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32644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(Source: Bain &amp; Company Customer Loyalty in Travel 2023)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411480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931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−35%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91640" y="3977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Second Booking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43159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(Source: In-moment trigger vs next-day push · Skift Research 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892040"/>
            <a:ext cx="411480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9834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+18%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91640" y="5029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Cross-City Expansion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53675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(Source: Explorer Score milestone creates Paris/Dubai forward pull)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1417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HEADOUT BUSINESS ROI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737360"/>
            <a:ext cx="4114800" cy="914400"/>
          </a:xfrm>
          <a:prstGeom prst="rect">
            <a:avLst/>
          </a:prstGeom>
          <a:solidFill>
            <a:srgbClr val="1A1000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08076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incremental acquisition cost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22128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Rebooking works on existing users — no new CAC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788920"/>
            <a:ext cx="4114800" cy="914400"/>
          </a:xfrm>
          <a:prstGeom prst="rect">
            <a:avLst/>
          </a:prstGeom>
          <a:solidFill>
            <a:srgbClr val="1A1000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2880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3×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080760" y="2926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per acquired user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80760" y="32644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1 experience average → 3 per Explorer Score user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840480"/>
            <a:ext cx="4114800" cy="914400"/>
          </a:xfrm>
          <a:prstGeom prst="rect">
            <a:avLst/>
          </a:prstGeom>
          <a:solidFill>
            <a:srgbClr val="1A1000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39319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+15%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080760" y="3977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DAU/MAU ratio uplift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43159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Between-trip engagement via Explorer Score home tab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4892040"/>
            <a:ext cx="4114800" cy="914400"/>
          </a:xfrm>
          <a:prstGeom prst="rect">
            <a:avLst/>
          </a:prstGeom>
          <a:solidFill>
            <a:srgbClr val="1A1000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92040" y="49834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50K+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6080760" y="5029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second bookings/month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80760" y="53675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Headout MAU scale; conservative 5% trigger-to-book rate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5989320"/>
            <a:ext cx="8412480" cy="640080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6080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RebookIQ has zero net incremental cost — it fires on the user already acquired. Every second booking is pure margin expansion on the existing CAC spent.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38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OF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0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Built the Underlying Mechanics at PhonePe. Here Is the Direct Map.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4937760"/>
          </a:xfrm>
          <a:prstGeom prst="rect">
            <a:avLst/>
          </a:prstGeom>
          <a:solidFill>
            <a:srgbClr val="0D0D0D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Built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3-category breadth threshold + directed incentivized onboarding → D30 retention +15% across new-user cohort (350M MAU scale)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063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milestone-based retention construct: behavior → CRM message vs offer → category breadth milestone → D30 attainment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Defined ML target as category breadth (not raw transaction count) and designed segment-to-channel intervention logic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5212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1663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Shipped 7-day activation cliff fix: masthead ad moratorium for new users, replaced by journey-progress bar → week-one retention uplift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114800" cy="4937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Maps to RebookIQ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0116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Explorer Score milestone (Rome → Paris → Dubai breadth) and milestone-to-next-badge mechanic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Post-experience trigger → badge → pick → book loop. Same segment-to-channel logic, travel context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114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RebookIQ picks ranked by experience affinity × next-intent signals, not generic category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5166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Post-experience 30-min trigger replaces week-one cliff fix; "journey progress" = Explorer Score 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not a concept. The milestone-reward retention architecture shipped at 350M MAU scale. RebookIQ applies it to travel experience breadth.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ROLLOUT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Three Phases — Post-Experience Trigger to Full Explorer Ecosystem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4572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45720"/>
          </a:xfrm>
          <a:prstGeom prst="rect">
            <a:avLst/>
          </a:prstGeom>
          <a:solidFill>
            <a:srgbClr val="FF385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85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1–2 · MVP Trigger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post-experience trigger card to 10% of bookings. Instrument: trigger-to-open rate, open-to-pick-click rate, pick-click-to-book rate. A/B test: immediate trigger (30 min) vs next-morning. Measure D7 and D30 rebooking delta vs control cohort.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743200" cy="4572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3–4 · Explorer Score + Badge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240280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Explorer Score profile and city badge system. Run A/B: badge-only vs badge + milestone vs control. Add Explorer Score to home tab as persistent engagement surface. Instrument milestone progress vs rebooking rate correlation.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743200" cy="45720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71600"/>
            <a:ext cx="27432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08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Phase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828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5–6 · Full Loop + Cross-City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240280"/>
            <a:ext cx="2468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rollout: trigger + badge + picks + Explorer Score + peer feed. Cross-city milestone (Rome Explorer → Paris Explorer → Dubai Explorer) drives geographic expansion. Track CLTV curve vs non-RebookIQ cohort at D30/D60/D90.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6172200"/>
            <a:ext cx="8412480" cy="502920"/>
          </a:xfrm>
          <a:prstGeom prst="rect">
            <a:avLst/>
          </a:prstGeom>
          <a:solidFill>
            <a:srgbClr val="1A080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263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need to start: ticket validity event from booking system · 1 FE + 1 BE engineer · Design partner for Explorer Score profile · Data Science for affinity model (I can spec it)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662940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Ajay Avaghade  ·  avaghadeajay009@gmail.com  ·  +91 9561558439  ·  ajay-avaghade.github.io/Portfolio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Headout RebookIQ — Post-Experience Rebooking Engine</dc:title>
  <dc:subject>PptxGenJS Presentation</dc:subject>
  <dc:creator>PptxGenJS</dc:creator>
  <cp:lastModifiedBy>PptxGenJS</cp:lastModifiedBy>
  <cp:revision>1</cp:revision>
  <dcterms:created xsi:type="dcterms:W3CDTF">2026-07-15T12:50:08Z</dcterms:created>
  <dcterms:modified xsi:type="dcterms:W3CDTF">2026-07-15T12:50:08Z</dcterms:modified>
</cp:coreProperties>
</file>