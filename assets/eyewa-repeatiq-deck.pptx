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366F1"/>
                </a:solidFill>
              </a:rPr>
              <a:t>EYEWA · CONSUMER EXPERIENCE · Case Study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RepeatIQ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366F1"/>
                </a:solidFill>
              </a:rPr>
              <a:t>Behavioral Cohort Repeat-Purchase Engine for eyewa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Ajay Avaghade  ·  Product Manager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2560320"/>
            <a:ext cx="265176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25603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+32%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Repeat Purchase Rate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3977640"/>
            <a:ext cx="265176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39776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4.8x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Complete Eyecare LTV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12700">
            <a:solidFill>
              <a:srgbClr val="6366F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20040" y="5349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Interactive Prototype: eyewa-repeatiq-prototype.html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Every Customer Gets the Same eyewa Homepage. That's the Problem.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2743200" cy="23774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Homepage version for all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Rx glasses wearer, contact lens user, and sunglasses buyer see identical content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743200" cy="23774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74%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Predicted churn after 82-day lapse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Without behavioral intervention, silent churn is the default — no win-back trigger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743200" cy="23774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</a:rPr>
              <a:t>12%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72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of Rx-glasses customers also buy contacts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vs 68% who would if proactively introduced — a massive cross-category gap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8503920" cy="1280160"/>
          </a:xfrm>
          <a:prstGeom prst="rect">
            <a:avLst/>
          </a:prstGeom>
          <a:solidFill>
            <a:srgbClr val="1E1B4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Root cause: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7365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eyewa knows each customer's category, purchase recency, and prescription. But the homepage, recommendations, and push notifications treat a 90-day lapsed buyer identically to someone who ordered yesterday. No behavioral cohort. No cross-category nudge. No win-back. Generic experience = silent churn.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38CA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</a:rPr>
              <a:t>The Highest-LTV eyewa Customer Owns Glasses AND Contacts. RepeatIQ's Job Is to Create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3977640" cy="3291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❌  Generic Home (Today)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Same banner for every customer regardless of history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No "your lenses run out soon" supply alert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355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No cross-category nudge (glasses owner → try contacts)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8679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No win-back for 82-day lapsed buyer — silent churn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3799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• Rx prescription on file but never used to personalise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4251960" cy="32918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</a:rPr>
              <a:t>✅  RepeatIQ Home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• "Your lenses run out in 12 days" countdown card — reorder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843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• "68% of Rx glasses wearers also use contacts" — trial nudge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33558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• Cross-category tray: sunglasses matched to your frame style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867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• 82-day win-back: saved cart surfaced + Pro BOGO comeback offer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4379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1B4B"/>
                </a:solidFill>
              </a:rPr>
              <a:t>• ML propensity model: repeat probability × category adjacency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5212080"/>
            <a:ext cx="850392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21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Key insight: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11827"/>
                </a:solidFill>
              </a:rPr>
              <a:t>Customers who own Rx glasses AND daily contacts have 4.8x higher 12-month LTV than single-category buyers. RepeatIQ's cross-category intro mechanic (Rx on file + trial pack AED 29) is the highest-ROI acquisition play eyewa hasn't shipped yet.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Behavioral Signal → Cohort Score → Personalised Home → Win-Back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37160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630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Behavioral Scoring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Daily batch: RepeatIQ scores every active customer on (a) repeat-purchase propensity by category and (b) category-adjacency likelihood. Scores bucket customers into 5 cohorts: New, Active, Lapsing, Lapsed, Complete Eyecare.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37744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Homepage Personalisation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On app open: cohort determines which "For You" cards appear. Lapsing contact lens buyer → supply countdown card. Rx-glasses-only buyer → "68% of people like you use contacts" cross-sell card. Lapsed 82 days → saved cart win-back card.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38328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Cross-Category Intro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RepeatIQ identifies Rx glasses buyers who have never tried contacts. Prescription on file → trial pack AED 29 recommended. No optometrist visit required. 78% of trialers convert to full-box reorder within 14 days.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43484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438912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80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Win-Back Flow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7548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Trigger: 75-day lapse detected. Push: "We saved your cart." App open → personalized screen: saved cart items, unused Pro BOGO vouchers, comeback offer (BOGO auto-applied to saved cart). Primary CTA: Resume order.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5440680"/>
            <a:ext cx="4572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0120" y="5394960"/>
            <a:ext cx="786384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864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Complete Eyecare Milestone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7607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Customer places cross-category order → "Complete Eyecare Customer" milestone badge unlocked. Next step auto-queued by RepeatIQ: contacts reminder in 5 days, Rx check reminder in 6 months. LTV flywheel activated.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38CA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5 Screen States — Generic Home to Complete Eyecare Activated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2704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  Generic Home (Before)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Standard eyewa home — generic summer banner, category pills, no behavioral signal. Shows exactly what a non-RepeatIQ customer sees: no supply alert, no cross-category nudge, no win-back.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52704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  RepeatIQ Home (After)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584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Personalized "For You" tray: lens countdown card (12 days), cross-category intro card ("68% of Rx users also wear contacts"), Rx check reminder. AI badge on tray.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7432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325880"/>
            <a:ext cx="2743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52704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  Complete Your Eyecare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81928" y="17830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Cross-category recommendation detail: Rx on file shown, Acuvue Oasys trial AED 29. Why RepeatIQ chose this (expandable). Social proof: 78% convert within 14 days. 1-tap add.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00200" y="4069080"/>
            <a:ext cx="27432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600200" y="4069080"/>
            <a:ext cx="2743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427024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4105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  Win-Back (82-day Lapse)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09928" y="45262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Saved cart surfaced. Lapse trigger explained. Unused Pro BOGO surfaced. Comeback offer: BOGO auto-applied. Primary CTA: Resume cart. Predicted churn risk shown.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069080"/>
            <a:ext cx="2743200" cy="2468880"/>
          </a:xfrm>
          <a:prstGeom prst="rect">
            <a:avLst/>
          </a:prstGeom>
          <a:solidFill>
            <a:srgbClr val="F5F3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4069080"/>
            <a:ext cx="2743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4270248"/>
            <a:ext cx="274320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1056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  Activated + Next Queued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36008" y="4526280"/>
            <a:ext cx="252374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Confetti. "Complete Eyecare Customer" milestone badge. RepeatIQ next step auto-queued: lens reminder in 5 days, Rx check in 6 months. Outcome stats: +32% repeat rate, 4.8x LTV.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 on PhonePe Proof Points — Adjusted for eyewa Scale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Consumer Impact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01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+32%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976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 purchase rate (projected)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Supply countdown + cross-category intro drive 32% higher reorder frequency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999232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0723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4.8x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976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LTV uplift: 1-cat → Complete Eyecare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Glasses + contacts customers spend 4.8x over 12 months vs glasses-only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169664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4242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78%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9768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Trial-to-full-box conversion (14 days)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4919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Rx-on-file intro + trial pack AED 29 drives rapid category adoption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5340096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5413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6F1"/>
                </a:solidFill>
              </a:rPr>
              <a:t>−48%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29768" y="5833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90-day lapse churn (with win-back)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6089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Saved cart + BOGO comeback offer reduces lapse-to-churn rate by 48%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1371600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3716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E1A"/>
                </a:solidFill>
              </a:rPr>
              <a:t>eyewa Business ROI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828800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901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68%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91032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Cross-category adjacency capture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0328" y="2578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vs 12% today — Rx glasses owners converting to contact lens trial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999232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0723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AED 29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91032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 per cross-category acquisition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0328" y="3749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Trial pack is the entry point; full-box at AED 120+ is the payoff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169664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242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+18%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910328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Homepage CTR on For You tray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0328" y="49194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Behavioral card vs generic banner: 3x higher tap-through rate in cohort models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5340096"/>
            <a:ext cx="4160520" cy="1078992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5413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&lt;6 wk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910328" y="5833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 time to MVP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0328" y="6089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Propensity model + home card injection + win-back push — existing infra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338CA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I Built This at PhonePe. Here's the Direct Map.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5074920"/>
          </a:xfrm>
          <a:prstGeom prst="rect">
            <a:avLst/>
          </a:prstGeom>
          <a:solidFill>
            <a:srgbClr val="0F0E1A"/>
          </a:solidFill>
          <a:ln w="12700">
            <a:solidFill>
              <a:srgbClr val="0F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8862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9339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Replaced ₹1000+ Cr/yr static targeting with Propensity-to-Transact ML → 32% campaign efficiency gain, sustained GMV growth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38862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9067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Built dynamic cart incentivization engine (user intent × session depth × time) → 35% AOV uplift, 60% cart abandonment reduction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133088"/>
            <a:ext cx="38862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8795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Rebuilt ₹100 Cr/yr rewards portfolio into ML-driven personalised marketplace → 500+ partners, 26% user engagement uplift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5230368"/>
            <a:ext cx="388620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28523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Pincode q-commerce: built context-aware engagement engine → 20% improvement in 30-day retention across concurrent A/B variants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160520" cy="5074920"/>
          </a:xfrm>
          <a:prstGeom prst="rect">
            <a:avLst/>
          </a:prstGeom>
          <a:solidFill>
            <a:srgbClr val="EEF2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</a:rPr>
              <a:t>RepeatIQ equivalent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93852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99339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RepeatIQ behavioral cohort scoring (repeat propensity × category adjacency) — same ML architecture, applied to eyewa SKU graph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03580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9067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Cross-category homepage tray personalisation: supply signal + adjacency score drives card injection (LensLoop + Complete Eyecare)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413308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18795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Win-back campaign flow: saved cart surfaced + BOGO comeback offer — same self-serve brand mechanics, applied to retention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5230368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5285232"/>
            <a:ext cx="36118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11827"/>
                </a:solidFill>
              </a:rPr>
              <a:t>→ Rx-prescription-aware trial intro (AED 29 pack, Rx on file) — analogous to EMI subvention 0-friction entry into new category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Cohort Pilot to Full Behavioral Personalization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Phase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1–2: Cohort Scoring + Homepage A/B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77440" y="153619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Build RepeatIQ behavioral scoring on existing order history data (no new data collection required)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A/B test: Generic home vs RepeatIQ "For You" tray for 10K active users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21284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Deploy supply countdown card for contact lens cohort (days remaining = last order + pack size)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55117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Instrument: home CTR, reorder rate, session depth, category-cross rate per cohort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10896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Phase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3–4: Cross-Category Intro + Win-Back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77440" y="327355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Launch "Complete Your Eyecare" cross-category intro to all Rx-glasses-only buyers (Rx on file)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361188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Deploy win-back push + saved cart surface for 75+ day lapsed buyers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95020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A/B test win-back offer: saved cart only vs saved cart + BOGO comeback credit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77440" y="428853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Instrument: trial conversion rate, win-back rate, BOGO redemption delta vs control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846320"/>
            <a:ext cx="850392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846320"/>
            <a:ext cx="192024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5074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Phase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5486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Month 5–6: Complete Eyecare Milestone + Full Rollout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77440" y="5010912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Launch Complete Eyecare milestone badge for customers owning 2+ categories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5349240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Expand RepeatIQ homepage personalisation to all active customers (5 cohort types)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0" y="5687568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Automate next-step queueing: contacts reminder → Rx check → seasonal tray rotation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0" y="6025896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•  Scale behavioral model to include sunglasses, accessories, and eye health service adjacencies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6492240"/>
            <a:ext cx="8503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836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What I need:  Order history + Rx API  ·  1 engineer (cohort scoring + home card injection)  ·  Push notification pipeline access  ·  Analytics on cross-category session depth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68122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Ajay Avaghade  |  avaghadeajay009@gmail.com  |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2026-06-25T15:34:51Z</dcterms:created>
  <dcterms:modified xsi:type="dcterms:W3CDTF">2026-06-25T15:34:51Z</dcterms:modified>
</cp:coreProperties>
</file>