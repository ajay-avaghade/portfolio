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-91440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680000">
            <a:off x="54864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80000">
            <a:off x="201168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680000">
            <a:off x="347472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680000">
            <a:off x="493776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680000">
            <a:off x="640080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80000">
            <a:off x="786384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80000">
            <a:off x="9326880" y="0"/>
            <a:ext cx="4572000" cy="6858000"/>
          </a:xfrm>
          <a:prstGeom prst="line">
            <a:avLst/>
          </a:prstGeom>
          <a:noFill/>
          <a:ln w="508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029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EYEWA · SUPPLY CHAIN INTELLIGENCE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80467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InventoryIQ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ML Demand Forecasting &amp; Smart Reorder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Replacing gut-feel reorder decisions with ML-powered demand forecasting — so eyewa always has the right stock in the right market at the right time, from UAE to KSA and beyond.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930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Presented by Ajay Avaghade · Growth &amp; Operations PM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645920"/>
            <a:ext cx="2011680" cy="2011680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</a:rPr>
              <a:t>6,066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76656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active SKUs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managed by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rule-based logic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6,066 SKUs. 4 Markets. Zero ML. Pure Guesswork.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51760" cy="260604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27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12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SKUs in stockout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07238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Lost revenue on bestsellers while slow-movers collect dust in the warehouse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481328"/>
            <a:ext cx="2651760" cy="260604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627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0299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10%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Dead stock 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07238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608 SKUs with no projected reorder need — capital locked in unsellable inventory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481328"/>
            <a:ext cx="2651760" cy="260604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627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0299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 new markets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07238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KSA, Bahrain, Kuwait launches run on analogies and gut feel — no historical signal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224528"/>
            <a:ext cx="8229600" cy="804672"/>
          </a:xfrm>
          <a:prstGeom prst="rect">
            <a:avLst/>
          </a:prstGeom>
          <a:solidFill>
            <a:srgbClr val="0A0414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159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9E0B"/>
                </a:solidFill>
              </a:rPr>
              <a:t>Root cause: eyewa reorder decisions are driven by fixed MIN/MAX thresholds — the same logic regardless of brand, season, market maturity, or upcoming events. A 6,066-SKU catalogue at international scale demands ML.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Fixed Reorder Rules vs. SKU-Level ML Demand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840480" cy="3108960"/>
          </a:xfrm>
          <a:prstGeom prst="rect">
            <a:avLst/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44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</a:rPr>
              <a:t>CURRENT STATE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Rule-Based Reorder Logic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Same MIN stock threshold for every SKU regardless of demand velocity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Seasonal spikes (Eid, Dubai Shopping Festival) missed until stockout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New market launches seeded with UAE mix — wrong for local preferences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273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Buyer reviews 6,000+ SKUs manually every reorder cycle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Dead stock only identified after cash has already been tied up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33088" y="2331720"/>
            <a:ext cx="877824" cy="877824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33088" y="23317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298448"/>
            <a:ext cx="3840480" cy="3108960"/>
          </a:xfrm>
          <a:prstGeom prst="rect">
            <a:avLst/>
          </a:prstGeom>
          <a:solidFill>
            <a:srgbClr val="FAF5FF"/>
          </a:solidFill>
          <a:ln w="1016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44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INVENTORYIQ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719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Per-SKU ML Demand Intelligence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21B6"/>
                </a:solidFill>
              </a:rPr>
              <a:t>✓  ML predicts demand per SKU per week incorporating seasonality + trend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5054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21B6"/>
                </a:solidFill>
              </a:rPr>
              <a:t>✓  Eid / Dubai Shopping Festival uplift baked in 6 weeks in advance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21B6"/>
                </a:solidFill>
              </a:rPr>
              <a:t>✓  New market seeds calibrated from analogous-market launch curves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273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21B6"/>
                </a:solidFill>
              </a:rPr>
              <a:t>✓  Buyer reviews AI-drafted POs — approves rather than calculates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657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21B6"/>
                </a:solidFill>
              </a:rPr>
              <a:t>✓  Dead stock flagged 8–12 weeks before cash is over-committed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138160" cy="658368"/>
          </a:xfrm>
          <a:prstGeom prst="rect">
            <a:avLst/>
          </a:prstGeom>
          <a:solidFill>
            <a:srgbClr val="FAF5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634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B21B6"/>
                </a:solidFill>
              </a:rPr>
              <a:t>Key insight: The bottleneck is not buying budget — it is information latency. InventoryIQ compresses the signal-to-decision cycle from weeks to hours, so eyewa can buy confidently rather than reactively.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Five Intelligence Layers From SKU Signal to Purchase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536192" cy="324612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389888"/>
            <a:ext cx="731520" cy="731520"/>
          </a:xfrm>
          <a:prstGeom prst="ellipse">
            <a:avLst/>
          </a:prstGeom>
          <a:solidFill>
            <a:srgbClr val="8B5CF6">
              <a:alpha val="15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Sales velocity, returns, page views, search data, and promo calendar pulled from Shopify, ERP, and analytics — per SKU, per market, daily.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810512" y="2029968"/>
            <a:ext cx="18288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993392" y="1325880"/>
            <a:ext cx="1536192" cy="324612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389888"/>
            <a:ext cx="731520" cy="731520"/>
          </a:xfrm>
          <a:prstGeom prst="ellipse">
            <a:avLst/>
          </a:prstGeom>
          <a:solidFill>
            <a:srgbClr val="8B5CF6">
              <a:alpha val="15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66544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ML Forecasting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Time-series ML model (LSTM + gradient boosting ensemble) predicts 30/60/90-day demand per SKU with confidence intervals. Seasonality, trend, and event uplift built in.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529584" y="2029968"/>
            <a:ext cx="18288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12464" y="1325880"/>
            <a:ext cx="1536192" cy="324612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389888"/>
            <a:ext cx="731520" cy="731520"/>
          </a:xfrm>
          <a:prstGeom prst="ellipse">
            <a:avLst/>
          </a:prstGeom>
          <a:solidFill>
            <a:srgbClr val="8B5CF6">
              <a:alpha val="15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PO Draft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System auto-calculates reorder quantity (demand forecast minus in-transit stock minus safety buffer), drafts PO with supplier details, MOQ validation, and AI reasoning.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248656" y="2029968"/>
            <a:ext cx="18288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31536" y="1325880"/>
            <a:ext cx="1536192" cy="324612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33872" y="1389888"/>
            <a:ext cx="731520" cy="731520"/>
          </a:xfrm>
          <a:prstGeom prst="ellipse">
            <a:avLst/>
          </a:prstGeom>
          <a:solidFill>
            <a:srgbClr val="8B5CF6">
              <a:alpha val="15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04688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Buyer Approval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22976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Buyer reviews AI-drafted POs in a single queue — approve, adjust quantity, or reject with reason. One-click send to supplier. No manual calculation required.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967728" y="2029968"/>
            <a:ext cx="18288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150608" y="1325880"/>
            <a:ext cx="1536192" cy="3246120"/>
          </a:xfrm>
          <a:prstGeom prst="rect">
            <a:avLst/>
          </a:prstGeom>
          <a:solidFill>
            <a:srgbClr val="130F22"/>
          </a:solidFill>
          <a:ln w="10160">
            <a:solidFill>
              <a:srgbClr val="1E16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52944" y="1389888"/>
            <a:ext cx="731520" cy="731520"/>
          </a:xfrm>
          <a:prstGeom prst="ellipse">
            <a:avLst/>
          </a:prstGeom>
          <a:solidFill>
            <a:srgbClr val="8B5CF6">
              <a:alpha val="15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Playbook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For new market launches, ML borrows demand curves from analogous existing markets and calibrates for population size, category preference, and seasonality delta.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4681728"/>
            <a:ext cx="8229600" cy="566928"/>
          </a:xfrm>
          <a:prstGeom prst="rect">
            <a:avLst/>
          </a:prstGeom>
          <a:solidFill>
            <a:srgbClr val="07051A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7731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5CF6"/>
                </a:solidFill>
              </a:rPr>
              <a:t>PhonePe proof point: ML-driven marketplace with audience segmentation replaced static rules across a 350M+ MAU platform — same signal-to-decision compression applied to inventory replenishment.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4 Console Views — From SKU Health to Market Launch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01168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SKU Health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Traffic-light status across all 6,066 SKUs. Filters by category, status, reorder urgency. Stockout and low-stock SKUs surfaced at the top with action buttons.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11480" y="2578608"/>
            <a:ext cx="1828800" cy="1600200"/>
          </a:xfrm>
          <a:prstGeom prst="rect">
            <a:avLst/>
          </a:prstGeom>
          <a:solidFill>
            <a:srgbClr val="07051A"/>
          </a:solidFill>
          <a:ln w="6350">
            <a:solidFill>
              <a:srgbClr val="1E1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   4,064 🟢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Stock  1,394 🟡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Stockouts     12 🔴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 Risk    608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Oakley Holbrook 🔴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Ray-Ban RB3025 ⚠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96312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188720"/>
            <a:ext cx="201168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9464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Demand Forecast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Per-SKU demand chart (actual + ML projected) with 30/60/90-day horizons and confidence intervals. Seasonal events flagged on the chart. Reorder urgency calculated automatically.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587752" y="2578608"/>
            <a:ext cx="1828800" cy="1600200"/>
          </a:xfrm>
          <a:prstGeom prst="rect">
            <a:avLst/>
          </a:prstGeom>
          <a:solidFill>
            <a:srgbClr val="07051A"/>
          </a:solidFill>
          <a:ln w="6350">
            <a:solidFill>
              <a:srgbClr val="1E16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RB3025 Aviator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30d: 47 ±8 units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60d: 89 ±12 units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90d: 134 ±18 units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Eid uplift: +34%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 in: 8 days ⚠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72584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188720"/>
            <a:ext cx="201168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45736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Smart PO Generator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4024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AI-drafted purchase orders in a review queue. Each PO shows AI reasoning, quantity recommendation, supplier, MOQ validation, and total value. One-click approve or adjust.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64024" y="2578608"/>
            <a:ext cx="1828800" cy="1600200"/>
          </a:xfrm>
          <a:prstGeom prst="rect">
            <a:avLst/>
          </a:prstGeom>
          <a:solidFill>
            <a:srgbClr val="07051A"/>
          </a:solidFill>
          <a:ln w="6350">
            <a:solidFill>
              <a:srgbClr val="1E16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POs Pending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AED 38,400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Oakley Critical ↑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Ray-Ban High ↑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Varilux High ↑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Approve All 3 ]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48856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188720"/>
            <a:ext cx="201168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922008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New Market Playbook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0296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For new market launches, shows demand curve projected from analogous markets. Recommends seed inventory mix calibrated for local category preferences and market size.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940296" y="2578608"/>
            <a:ext cx="1828800" cy="1600200"/>
          </a:xfrm>
          <a:prstGeom prst="rect">
            <a:avLst/>
          </a:prstGeom>
          <a:solidFill>
            <a:srgbClr val="07051A"/>
          </a:solidFill>
          <a:ln w="6350">
            <a:solidFill>
              <a:srgbClr val="1E16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KSA · Riyadh Launch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Analogy: UAE +20%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Frames: 45% seed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Sunglasses: 31%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L: 24%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Break-even: M4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Reactive Buying to Precision Capital Deployment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5CF6"/>
                </a:solidFill>
              </a:rPr>
              <a:t>INVENTORY EFFICIENCY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8191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↓ 75%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48840" y="158191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Stockout frequency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From 12+ SKUs/day to under 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8658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↓ 40%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48840" y="238658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Dead stock tied-up capital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ML flags slow-movers 8 weeks early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9125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−60%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31912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Manual buyer review time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Approve AI drafts vs build from scratch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959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91%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48840" y="399592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Forecast accuracy at 30 days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vs ~55% with current rule-based approach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</a:rPr>
              <a:t>BUSINESS ROI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536192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58191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AED 2.1M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158191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KSA seed PO confidence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AI-calibrated from UAE launch analogy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340864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86584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↑ 18%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29400" y="238658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Gross margin on replenishment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Right quantity = less discount to clear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145536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91256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&lt; 10 wks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29400" y="319125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Time to first ROI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Stockout reduction visible within weeks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950208"/>
            <a:ext cx="3840480" cy="713232"/>
          </a:xfrm>
          <a:prstGeom prst="rect">
            <a:avLst/>
          </a:prstGeom>
          <a:solidFill>
            <a:srgbClr val="130F22"/>
          </a:solidFill>
          <a:ln w="7620">
            <a:solidFill>
              <a:srgbClr val="1E16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9592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AED 4.8M+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29400" y="399592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Annual inventory efficiency gain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Stockouts averted + dead stock reduction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828032"/>
            <a:ext cx="8138160" cy="658368"/>
          </a:xfrm>
          <a:prstGeom prst="rect">
            <a:avLst/>
          </a:prstGeom>
          <a:solidFill>
            <a:srgbClr val="050312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91947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5CF6"/>
                </a:solidFill>
              </a:rPr>
              <a:t>At PhonePe: replacing static rules with ML-driven decisions cut marketing burn by 32% while sustaining GMV growth — the same capital efficiency gain InventoryIQ delivers on the supply side.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 Replaced Static Rules with ML at Scale. Here Is What I Shipped.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3931920" cy="3566160"/>
          </a:xfrm>
          <a:prstGeom prst="rect">
            <a:avLst/>
          </a:prstGeom>
          <a:solidFill>
            <a:srgbClr val="0A0714"/>
          </a:solidFill>
          <a:ln w="10160">
            <a:solidFill>
              <a:srgbClr val="1E1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5CF6"/>
                </a:solidFill>
              </a:rPr>
              <a:t>WHAT I BUILT AT PHONEPE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Propensity-to-Transact ML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95681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Real-time per-user scoring replacing static rule-based cohorts. 32% marketing burn reduction on a INR 1000+ Cr/yr budget — same precision-vs-rules principle.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ML-driven brand partner marketplace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500+ brand partners on a self-serve system. Audience segmentation replaced fixed targeting. 11% YoY revenue growth, 26% engagement increase.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2552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Dynamic cart incentivisation engine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4930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Context-aware triggers (cart value x user intent x time) replacing flat rules. 35% AOV uplift and 20% improvement in 30-day retention.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Antigravity Resume Agent (side project)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Multi-agent ML pipeline auto-generating ATS-optimised outputs from input signals — same feature engineering mindset as demand forecasting.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261872"/>
            <a:ext cx="3931920" cy="3566160"/>
          </a:xfrm>
          <a:prstGeom prst="rect">
            <a:avLst/>
          </a:prstGeom>
          <a:solidFill>
            <a:srgbClr val="FAF5FF"/>
          </a:solidFill>
          <a:ln w="1016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17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21B6"/>
                </a:solidFill>
              </a:rPr>
              <a:t>HOW IT MAPS TO EYEWA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✓  AI and automation in ops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195681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InventoryIQ is ML applied to a high-volume, high-variance ops decision — the exact use case eyewa is hiring for.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4871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✓  Data-driven product decisions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27249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Model selection, feature engineering, confidence thresholds, and A/B design — all owned end-to-end at PhonePe.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32552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✓  Strong analytical mindset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4920" y="34930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Translating ambiguous demand signals into clear purchase decisions is the core of this product and my background.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40233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✓  Stakeholder 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426110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Aligned buyers, finance, engineering, and data science across competing inventory and margin priorities.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956048"/>
            <a:ext cx="8138160" cy="658368"/>
          </a:xfrm>
          <a:prstGeom prst="rect">
            <a:avLst/>
          </a:prstGeom>
          <a:solidFill>
            <a:srgbClr val="FAF5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04748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5B21B6"/>
                </a:solidFill>
              </a:rPr>
              <a:t>"Replacing static rules with ML is not a technical challenge — it is a product clarity challenge. You need to know exactly what signal matters, what decision it drives, and what the cost of a wrong prediction is. I have done this at scale."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Phases — First Forecast Accuracy Measurement in 8 Weeks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2697480" cy="3200400"/>
          </a:xfrm>
          <a:prstGeom prst="rect">
            <a:avLst/>
          </a:prstGeom>
          <a:solidFill>
            <a:srgbClr val="130F22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98448"/>
            <a:ext cx="2697480" cy="329184"/>
          </a:xfrm>
          <a:prstGeom prst="rect">
            <a:avLst/>
          </a:prstGeom>
          <a:solidFill>
            <a:srgbClr val="8B5CF6">
              <a:alpha val="12000"/>
            </a:srgbClr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Phase 1  ·  Weeks 1–8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Forecast Foundation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208" y="21396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Connect Shopify + ERP data feeds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Train baseline ML model on 24-month sales history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21208" y="3163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Run forecast in shadow mode — compare vs actuals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21208" y="3675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Measure accuracy: target 85%+ at 30-day horizon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319272" y="1298448"/>
            <a:ext cx="2697480" cy="3200400"/>
          </a:xfrm>
          <a:prstGeom prst="rect">
            <a:avLst/>
          </a:prstGeom>
          <a:solidFill>
            <a:srgbClr val="130F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298448"/>
            <a:ext cx="2697480" cy="329184"/>
          </a:xfrm>
          <a:prstGeom prst="rect">
            <a:avLst/>
          </a:prstGeom>
          <a:solidFill>
            <a:srgbClr val="F59E0B">
              <a:alpha val="12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2984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2  ·  Weeks 9–16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Smart PO Generator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29000" y="21396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Launch AI-drafted PO queue for top 500 SKUs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429000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Buyer approves AI recommendations vs building manually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429000" y="3163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A/B measure: AI-drafted vs buyer-calculated stockout rate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429000" y="3675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Expand to full 6,066 SKU catalogue after bake-in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227064" y="1298448"/>
            <a:ext cx="2697480" cy="3200400"/>
          </a:xfrm>
          <a:prstGeom prst="rect">
            <a:avLst/>
          </a:prstGeom>
          <a:solidFill>
            <a:srgbClr val="130F22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7064" y="1298448"/>
            <a:ext cx="2697480" cy="329184"/>
          </a:xfrm>
          <a:prstGeom prst="rect">
            <a:avLst/>
          </a:prstGeom>
          <a:solidFill>
            <a:srgbClr val="22C55E">
              <a:alpha val="12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12984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Phase 3  ·  Weeks 17–24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36792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New Market Playbook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36792" y="21396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Deploy analogy-market model for KSA Riyadh launch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336792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Calibrate seed inventory mix from UAE launch curve data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336792" y="3163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Build market-specific seasonality and event calendars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336792" y="3675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Expand playbook to Bahrain, Kuwait on next launch cycle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4645152"/>
            <a:ext cx="8229600" cy="822960"/>
          </a:xfrm>
          <a:prstGeom prst="rect">
            <a:avLst/>
          </a:prstGeom>
          <a:solidFill>
            <a:srgbClr val="130F22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365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5CF6"/>
                </a:solidFill>
              </a:rPr>
              <a:t>WHAT I NEED TO BUILD THIS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" y="4937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24-month sales history export from ERP  ·  Shopify + warehouse data access  ·  1 data engineer  ·  Buyer team as pilot users (Phase 2)  ·  Supplier lead time database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Ajay Avaghade  ·  avaghadeajay009@gmail.com  ·  +91 9561558439  ·  linkedin.com/in/ajay-avaghade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2026-05-25T18:22:57Z</dcterms:created>
  <dcterms:modified xsi:type="dcterms:W3CDTF">2026-05-25T18:22:57Z</dcterms:modified>
</cp:coreProperties>
</file>