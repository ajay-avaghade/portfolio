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EatSure: SurePass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Loyalty &amp; ML Discounting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Senior Product Manager Candidate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Rebel Foods Case Study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Burn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Blanket Discounting Destroys Unit Economics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Food tech platforms bleed money by giving 20% off coupons to users who were going to order anyway.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Margin Loss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Habitual Users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They value speed and reliability over discounts.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97316"/>
                </a:solidFill>
              </a:rPr>
              <a:t>High CAC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Churn Risk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Dormant users need aggressive offers to build habit.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Propensity-to-Transact ML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1. Withhold from High-Propensity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If the ML model scores a user at 80%+ likelihood to order, withhold the discount and offer a 1-click reorder.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2860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46320" y="27432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2. Inject for Low-Propensity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If the user drops below a 20% score (churn risk), inject a high-value offer to reactivate their ordering habit.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B4B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ML Deployment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Led the deployment of Propensity-to-Transact ML models.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Replaced static, manual cohort targeting with real-time AI.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Achieved a 32% reduction in marketing burn while sustaining GMV.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1B4B"/>
                </a:solidFill>
              </a:rPr>
              <a:t>Mapping to EatSure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Can translate complex Data Science outputs into front-end lifecycle journeys.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Deep expertise in loyalty programs and retention cohorts.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1E1B4B"/>
                </a:solidFill>
              </a:rPr>
              <a:t>• Prioritizes sustainable unit economics.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Rebel Foods Case Study: SurePass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4B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2026-06-05T16:46:54Z</dcterms:created>
  <dcterms:modified xsi:type="dcterms:W3CDTF">2026-06-05T16:46:54Z</dcterms:modified>
</cp:coreProperties>
</file>