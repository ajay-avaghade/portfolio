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7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635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635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635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DREAMPASS · TREVOLUTION · CASE STUDY 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DreamSave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Prevention &amp; Renewal Retention Engine — Saving Members Before They Cancel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128016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−30%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churn rate at renewal with save intervention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7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Dreampass Loses Members at Renewal Who Never Experienced Value — Invisible Until It's Too Late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2377440"/>
          </a:xfrm>
          <a:prstGeom prst="rect">
            <a:avLst/>
          </a:prstGeom>
          <a:solidFill>
            <a:srgbClr val="1A0834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0/6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Benefits used by at-risk member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Members who use zero benefits in a 12-month cycle are 3.4× more likely to cancel at renewal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2377440"/>
          </a:xfrm>
          <a:prstGeom prst="rect">
            <a:avLst/>
          </a:prstGeom>
          <a:solidFill>
            <a:srgbClr val="1A0834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👻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47 days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gap since last app open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At-risk members go dark well before renewal — there is no proactive outreach today to re-engage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2377440"/>
          </a:xfrm>
          <a:prstGeom prst="rect">
            <a:avLst/>
          </a:prstGeom>
          <a:solidFill>
            <a:srgbClr val="1A0834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D-7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When churn is detected today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The cancel flow is the first point of intervention — by then, the decision is already made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Root cause: Dreampass has no churn early-warning system. The platform sees a member cancel — not a member at risk of cancelling. The 45-day window before renewal is completely unutilised.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0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Not a Cancel Decision — It's a 45-Day Drift. Intervene During the Drift.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017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❌  Without DreamSave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0 benefits used in 11-month cycle — no alert fired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App not opened in 47 days — no re-engagement push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Renewal page viewed 2× but not completed — no save offer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723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Cancel flow initiates — first intervention is too late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Member cancels: "I got no value from this"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30175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✅  With DreamSave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• D-45: Push "4 lounge visits expiring — here's where to use them"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• D-30: Email "Your unused AED 1,134 in travel value expires soon"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6883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• D-18: Home screen save offer: pause / discount / downgrade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072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• D-7: Cancel gate shows full value-at-stake screen before allowing cancel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456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• 65% of members shown save offer accept — no cancel needed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64008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451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071A"/>
                </a:solidFill>
              </a:rPr>
              <a:t>Key insight: The pause option converts cancel intent into dormancy rather than churn. The member keeps all coins and benefits frozen — zero net cost to Dreampass, no revenue lost, and the member returns for peak travel season.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8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Four-Rung Intervention Ladder + Personalised Save Options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011680" cy="3200400"/>
          </a:xfrm>
          <a:prstGeom prst="rect">
            <a:avLst/>
          </a:prstGeom>
          <a:solidFill>
            <a:srgbClr val="0D071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20116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D-45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Benefit Nudge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121408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Risk score fires: 0 benefits used + 45 days to renewal. Push: "Your 4 lounge visits expire soon — use on your next departure."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188720"/>
            <a:ext cx="2011680" cy="3200400"/>
          </a:xfrm>
          <a:prstGeom prst="rect">
            <a:avLst/>
          </a:prstGeom>
          <a:solidFill>
            <a:srgbClr val="0D071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88720"/>
            <a:ext cx="20116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D-30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Value Summary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2121408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Email + in-app banner: "AED 1,134 in unused benefits." Coins balance shown. Deep-link to benefit discovery. Personalised by usage profile.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188720"/>
            <a:ext cx="2011680" cy="3200400"/>
          </a:xfrm>
          <a:prstGeom prst="rect">
            <a:avLst/>
          </a:prstGeom>
          <a:solidFill>
            <a:srgbClr val="0D071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88720"/>
            <a:ext cx="20116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D-18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Save Offer Surface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2121408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Home screen card: "We have a save offer for you." 3 personalised options: pause 60 days / 30% renewal discount / Dreampass Lite downgrade.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1188720"/>
            <a:ext cx="2011680" cy="3200400"/>
          </a:xfrm>
          <a:prstGeom prst="rect">
            <a:avLst/>
          </a:prstGeom>
          <a:solidFill>
            <a:srgbClr val="0D071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188720"/>
            <a:ext cx="20116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D-7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Cancel Gate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22008" y="2121408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If cancel flow initiated: full value-at-stake screen. What you'll lose list (coins, lounge, eSIM, hotel, insurance). Save offer CTA prominently above cancel button.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4572000"/>
            <a:ext cx="8686800" cy="640080"/>
          </a:xfrm>
          <a:prstGeom prst="rect">
            <a:avLst/>
          </a:prstGeom>
          <a:solidFill>
            <a:srgbClr val="0D071A"/>
          </a:solidFill>
          <a:ln w="1270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84FC"/>
                </a:solidFill>
              </a:rPr>
              <a:t>PhonePe proof: Segment-to-channel model drove +15% D30 retention. The 3-category breadth threshold (users who engage with 3+ categories retain ~70% better) maps directly to DreamSave's multi-benefit engagement scoring.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 States — Churn Signal to Saved Member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1627632" cy="3657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71A"/>
                </a:solidFill>
              </a:rPr>
              <a:t>At-Risk Home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Renewal banner: 18 days left. Risk alert: 0/6 benefits used. 1,840 coins balance with expiry warning. Usage grid: 0 used / 6 available / 18 days.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188720"/>
            <a:ext cx="1627632" cy="3657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66544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71A"/>
                </a:solidFill>
              </a:rPr>
              <a:t>Cancel Intent 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Cancel initiated. Value-at-stake list: lounge, eSIM, hotel, coins, insurance. Preview of save offer. "See save offers" CTA above cancel button.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58184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188720"/>
            <a:ext cx="1627632" cy="3657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1336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71A"/>
                </a:solidFill>
              </a:rPr>
              <a:t>Save Options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31336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 personalised options: Pause 60 days (best for you) / Renew at 30% off (AED 349) / Downgrade to Lite (AED 149). Valid 48 hours.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22976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1188720"/>
            <a:ext cx="1627632" cy="3657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22976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71A"/>
                </a:solidFill>
              </a:rPr>
              <a:t>Pause Confirmed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96128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Pause summary: 60 days, AED 0 charged, all benefits frozen. Benefits kept list. Resume early option. "See you when you're back" state.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87768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87768" y="1188720"/>
            <a:ext cx="1627632" cy="36576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287768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71A"/>
                </a:solidFill>
              </a:rPr>
              <a:t>PM Risk 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Dark PM screen. Churn risk score grid (74/100 high). Signal table: HIGH/MED badges + intervention action. 4-metric outcome grid.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Prototype: dreampass-save-prototype.html · All 5 states interactive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7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Prevention as a Zero-Net-Cost Retention Strategy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1A0834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</a:rPr>
              <a:t>Retention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−30%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Churn rate at renewal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Members shown DreamSave intervention vs control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65%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Save offer acceptance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Of members who reach save offer screen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+15%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D30 retention benchmark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PhonePe segment-to-channel model (applied)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1A0834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</a:rPr>
              <a:t>Unit Economics of Saving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4FC"/>
                </a:solidFill>
              </a:rPr>
              <a:t>AED 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00600" y="2167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 cost of pause option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Coins freeze, no benefit consumed, no charge — zero cost to Dreampass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4FC"/>
                </a:solidFill>
              </a:rPr>
              <a:t>AED 89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80060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 cost of discount save option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30% off AED 499 renewal = AED 150 off vs AED 499 retained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4FC"/>
                </a:solidFill>
              </a:rPr>
              <a:t>76%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0060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Renewal rate at 2+ benefits used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38% for zero-benefit members — engagement = retention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9834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(Source: Recurly Subscription Churn Report 2023; ProfitWell Churn Reduction Benchmark 2023; Antavo Global Customer Loyalty 2024; PhonePe Internal)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0D07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Retention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at PhonePe.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3749040" cy="868680"/>
          </a:xfrm>
          <a:prstGeom prst="rect">
            <a:avLst/>
          </a:prstGeom>
          <a:solidFill>
            <a:srgbClr val="1A0834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7-day activation cliff detection: bank-link + first transaction within day 7 drives 3× better D30 retention — designed the intervention sequence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3749040" cy="868680"/>
          </a:xfrm>
          <a:prstGeom prst="rect">
            <a:avLst/>
          </a:prstGeom>
          <a:solidFill>
            <a:srgbClr val="1A0834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7860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3-category breadth threshold: users engaging 3+ categories retain ~70% better — used as segment signal for churn risk scoring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3749040" cy="868680"/>
          </a:xfrm>
          <a:prstGeom prst="rect">
            <a:avLst/>
          </a:prstGeom>
          <a:solidFill>
            <a:srgbClr val="1A0834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8444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Masthead moratorium: negotiated no-ads for first 7 days — CLTV model showing long-term retention value vs week-one ad revenue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526280"/>
            <a:ext cx="3749040" cy="868680"/>
          </a:xfrm>
          <a:prstGeom prst="rect">
            <a:avLst/>
          </a:prstGeom>
          <a:solidFill>
            <a:srgbClr val="1A0834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59028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ML personalisation: replaced static rule-based targeting with user-level propensity models — 32% marketing burn reduction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727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→ DreamSave D-45 churn risk signal detection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5146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5786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→ DreamSave 3-benefit engagement threshold scoring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5204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584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→ DreamSave pause option (CLTV &gt; short-term revenue)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45262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59028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→ DreamSave personalised save offer (risk-matched intervention)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47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D071A"/>
                </a:solidFill>
              </a:rPr>
              <a:t>D30 retention +15% at PhonePe is the direct proof point for DreamSave. The signal detection, intervention ladder, and segment-to-channel logic are identical in architecture.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7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Signal, Prove Save Rate, Scale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1A0834"/>
          </a:solidFill>
          <a:ln w="12700">
            <a:solidFill>
              <a:srgbClr val="C084FC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C084FC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Month 1–2: Signal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Instrument churn risk scoring on all members renewing in next 90 days. Build risk score model: benefits used, app recency, renewal page visits, booking frequency. Flag high-risk cohort (score &gt;60). Deploy D-45 push nudge to high-risk group. Control: no intervention.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2560320" cy="502920"/>
          </a:xfrm>
          <a:prstGeom prst="rect">
            <a:avLst/>
          </a:prstGeom>
          <a:solidFill>
            <a:srgbClr val="0D071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</a:rPr>
              <a:t>Need: Data: benefit redemption events, app open events, renewal page visits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1A0834"/>
          </a:solidFill>
          <a:ln w="12700">
            <a:solidFill>
              <a:srgbClr val="C084FC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C084FC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Month 3–4: Prove Save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Run A/B test: 3-rung intervention ladder (D-45/D-30/D-18) vs D-7 cancel-gate only. Test save offer types: pause vs discount vs downgrade — which converts highest per churn signal type. Target: 65% save rate on members who see offer.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4206240"/>
            <a:ext cx="2560320" cy="502920"/>
          </a:xfrm>
          <a:prstGeom prst="rect">
            <a:avLst/>
          </a:prstGeom>
          <a:solidFill>
            <a:srgbClr val="0D071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</a:rPr>
              <a:t>Need: 1 engineer: risk score pipeline + save offer CRM integration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743200" cy="3657600"/>
          </a:xfrm>
          <a:prstGeom prst="rect">
            <a:avLst/>
          </a:prstGeom>
          <a:solidFill>
            <a:srgbClr val="1A0834"/>
          </a:solidFill>
          <a:ln w="12700">
            <a:solidFill>
              <a:srgbClr val="C084FC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C084F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>Phase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Month 5–6: Scale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Deploy DreamSave intervention ladder to all members globally. Auto-trigger personalised save offer based on risk signal type (price sensitivity → discount; low engagement → pause; low travel → Lite). Integrate with DreamActivate — saved members enter reactivation flow.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4206240"/>
            <a:ext cx="2560320" cy="502920"/>
          </a:xfrm>
          <a:prstGeom prst="rect">
            <a:avLst/>
          </a:prstGeom>
          <a:solidFill>
            <a:srgbClr val="0D071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</a:rPr>
              <a:t>Need: Alignment: CRM team, finance (pause mechanics), member ops (pause state management)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5047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Ajay Avaghade  |  avaghadeajay009@gmail.com  |  +91 9561558439  | 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2026-07-10T16:11:26Z</dcterms:created>
  <dcterms:modified xsi:type="dcterms:W3CDTF">2026-07-10T16:11:26Z</dcterms:modified>
</cp:coreProperties>
</file>