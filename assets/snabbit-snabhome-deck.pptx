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685800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6364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566928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507492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448056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388620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329184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269748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0312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50876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91440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320040"/>
            <a:ext cx="54864" cy="7315200"/>
          </a:xfrm>
          <a:prstGeom prst="rect">
            <a:avLst/>
          </a:prstGeom>
          <a:solidFill>
            <a:srgbClr val="FF5C00">
              <a:alpha val="8000"/>
            </a:srgbClr>
          </a:solidFill>
          <a:ln w="12700">
            <a:solidFill>
              <a:srgbClr val="FF5C00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280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SnabHome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 Subscription — Converting Transactions into Relationships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1645920" cy="4572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· PM Candidate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4754880"/>
            <a:ext cx="2286000" cy="1645920"/>
          </a:xfrm>
          <a:prstGeom prst="rect">
            <a:avLst/>
          </a:prstGeom>
          <a:solidFill>
            <a:srgbClr val="FF5C00">
              <a:alpha val="10000"/>
            </a:srgbClr>
          </a:solidFill>
          <a:ln w="12700">
            <a:solidFill>
              <a:srgbClr val="FF5C00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937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4922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LTV for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vs. episodic users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Snabbit booking is a transaction.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booking is a relationship.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0604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1.8×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Bookings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Churn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urban home service users book 1–2 times then return to informal arrangements — no habit loop forms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60604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Per New User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ads for each episodic booking means Snabbit re-acquires the same user multiple times at full CAC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60604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Demand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Professionals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schedule = professional income is unpredictable = professional churn = supply quality failure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8412480" cy="822960"/>
          </a:xfrm>
          <a:prstGeom prst="rect">
            <a:avLst/>
          </a:prstGeom>
          <a:solidFill>
            <a:srgbClr val="FF5C00">
              <a:alpha val="12000"/>
            </a:srgbClr>
          </a:solidFill>
          <a:ln w="12700">
            <a:solidFill>
              <a:srgbClr val="FF5C00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 problem: episodic users have low LTV, high re-acquisition cost, and unpredictable demand for professionals. SnabHome solves all three simultaneously — a subscription converts a transaction into a relationship on both sides of the marketplace.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plan converts CAC into a compounding asset.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professional = trust that prevents churn.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79476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EPISODIC BOOKING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 → forget → re-book later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Re-acquire at full CAC every 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professional each session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trust accumulation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Professional has no income stability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Snabbit is "just an app" to the user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508760"/>
            <a:ext cx="434340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916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SNABHOME SUBSCRIPTION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103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Commit once → auto-booked forever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CAC paid once, 12+ months of revenue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926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Same professional every session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Trust deepens with every visit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749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Professional has guaranteed income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1605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Snabbit becomes a home utility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1508760"/>
            <a:ext cx="457200" cy="3474720"/>
          </a:xfrm>
          <a:prstGeom prst="rect">
            <a:avLst/>
          </a:prstGeom>
          <a:solidFill>
            <a:srgbClr val="FF5C00">
              <a:alpha val="15000"/>
            </a:srgbClr>
          </a:solidFill>
          <a:ln w="12700">
            <a:solidFill>
              <a:srgbClr val="FF5C00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120640"/>
            <a:ext cx="8412480" cy="640080"/>
          </a:xfrm>
          <a:prstGeom prst="rect">
            <a:avLst/>
          </a:prstGeom>
          <a:solidFill>
            <a:srgbClr val="FF5C00">
              <a:alpha val="10000"/>
            </a:srgbClr>
          </a:solidFill>
          <a:ln w="12700">
            <a:solidFill>
              <a:srgbClr val="FF5C00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166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supply-side benefit is equal to the consumer benefit: a professional with a recurring SnabHome subscriber has predictable weekly income → professional churn drops → supply quality improves → consumer experience improves → subscription NPS rises. It is a self-reinforcing loop.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Selection → Schedule Builder → My Home → My Professional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Selection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tiers: Basic (4 cleans), Pro (8 cleans + deep clean), Premium (unlimited + maintenance). Clear feature diff, price anchoring.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7452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84832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84832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Builder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76272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recurring days + time slot + services. Summary confirms plan. Snabbit assigns same professional for all booked slots.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93592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03904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Home Dashboard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95344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week" calendar, upcoming sessions, session history with ratings. My Professional profile with lock status always visible.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12664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22976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22976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Professional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14416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professional profile: sessions together count, your ratings, their full verification history, past review excerpts.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31736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42048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42048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Loop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33488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sessions build professional-household relationship. Reschedule or skip — never lose your professional. Monthly plan renewal is effortless.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09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upsell within the subscription: SnabChef cooking sessions, SnabNanny childcare sessions, quarterly home maintenance audits — the subscription becomes the entry point to the full Snabbit household platform.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screens. Plan to relationship.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4023360" cy="54864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 with clear feature diff. Pro highlighted as most popular. Price anchoring via Premium shown first. Framing: "subscribe once, home is covered."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4023360" cy="54864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Builder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picker (M/T/W/T/F/S/S), time slot selector, service checklist. Live summary confirms plan. One CTA to confirm.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4023360" cy="54864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Home Dashboard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week" with upcoming sessions. My Professional card with lock status. Session history with ratings. Zero friction to see full history.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474720"/>
            <a:ext cx="4023360" cy="54864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Professional Profile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together count, your avg rating, their full verification. Past customer reviews (anonymised). Reschedule button always available.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SnabHome moves for Snabbit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vs Episodic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users have 4× lifetime value vs. one-time bookers at equivalent session count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Re-acquisition Cost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renewal requires zero marketing spend — the subscription IS the retention mechanism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sessions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Plan Monthly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guaranteed sessions per subscriber creates predictable weekly demand for professionals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Churn Reduction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income stability reduces professional churn — supply quality directly improves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Segmentation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₹1,299 Basic / ₹2,499 Pro / ₹4,299 Premium — captures full willingness-to-pay curve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1460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mo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51460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Subscriber Tenure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household has a trusted professional, switching cost is emotional — churn near zero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6344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Platform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SnabHome subscriber is 3× more likely to book SnabChef or SnabNanny — subscription as top of funnel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1228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1228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Driver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0372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professional every session = trust compounds = NPS rises = organic referral flywheel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 maps directly to this.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429768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C0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PHONEPE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Rebuilt ₹100 Cr/yr rewards portfolio into ML marketplace: 500+ brand partners, 11% YoY revenue growth, 26% engagement increase — subscription-style recurring engagement mechanics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77063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Milestone gamification: 63% task completion, 85% escalation reduction — the "progressive commitment unlock" architecture that drives subscription conversion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357530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Pincode cart interventions: 35% AOV uplift, 60% cart abandonment reduction — changing episodic behaviour into recurring commitment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43799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Self-serve merchant platform (5,000+ merchants, zero ops touch): same "onboard once, operate continuously" design philosophy as SnabHome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7764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SNABHOME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Rewards marketplace recurring engagement → SnabHome recurring schedule: same North Star (DAU/WAU of returning users, not new user count)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77063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Milestone mechanic → subscription commitment: "complete N actions to unlock better tier" drives plan upgrades from Basic to Pro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357530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 abandonment reduction → subscription churn reduction: same framework (identify drop-off point, design intervention for that exact moment)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43799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Zero-ops merchant platform → zero-friction subscription management: reschedule, pause, change professional — all self-serve, no support ticket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Subscription PMF in 90 days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Schedule MVP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3-tier plan selection for cleaning only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Professional assignment for recurring slots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 Home dashboard v1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plan selection rate &gt; 15% of active users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Professional + Retention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My Professional profile + lock-in feature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test: plan upgrade nudges at session 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Measure: subscription renewal rate at day 30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60-day subscriber retention &gt; 70%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0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+ Platform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Bundle: SnabHome subscribers get priority SnabChef access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7220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Society partnership: SnabHome as resident amenity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7220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Track: cross-vertical booking rate for subscribers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subscriber LTV &gt; 4× episodic users at 90 days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822960"/>
          </a:xfrm>
          <a:prstGeom prst="rect">
            <a:avLst/>
          </a:prstGeom>
          <a:solidFill>
            <a:srgbClr val="FF5C00">
              <a:alpha val="12000"/>
            </a:srgbClr>
          </a:solidFill>
          <a:ln w="12700">
            <a:solidFill>
              <a:srgbClr val="FF5C00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46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Snabbit: Professional assignment algorithm for recurring slots · Plan management backend · Subscription billing infrastructure · 2 society partnerships for SnabHome amenity pilot · ₹15L subsidy for first-month free offer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2026-06-19T19:56:02Z</dcterms:created>
  <dcterms:modified xsi:type="dcterms:W3CDTF">2026-06-19T19:56:02Z</dcterms:modified>
</cp:coreProperties>
</file>