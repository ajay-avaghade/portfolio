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457200" y="0"/>
            <a:ext cx="3200400" cy="5143500"/>
          </a:xfrm>
          <a:prstGeom prst="line">
            <a:avLst/>
          </a:prstGeom>
          <a:noFill/>
          <a:ln w="508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1554480" y="0"/>
            <a:ext cx="3200400" cy="5143500"/>
          </a:xfrm>
          <a:prstGeom prst="line">
            <a:avLst/>
          </a:prstGeom>
          <a:noFill/>
          <a:ln w="5080">
            <a:solidFill>
              <a:srgbClr val="EF444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3566160" y="0"/>
            <a:ext cx="3200400" cy="5143500"/>
          </a:xfrm>
          <a:prstGeom prst="line">
            <a:avLst/>
          </a:prstGeom>
          <a:noFill/>
          <a:ln w="508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5577840" y="0"/>
            <a:ext cx="3200400" cy="5143500"/>
          </a:xfrm>
          <a:prstGeom prst="line">
            <a:avLst/>
          </a:prstGeom>
          <a:noFill/>
          <a:ln w="508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7589520" y="0"/>
            <a:ext cx="1417320" cy="5143500"/>
          </a:xfrm>
          <a:prstGeom prst="line">
            <a:avLst/>
          </a:prstGeom>
          <a:noFill/>
          <a:ln w="508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"/>
            <a:ext cx="2926080" cy="237744"/>
          </a:xfrm>
          <a:prstGeom prst="roundRect">
            <a:avLst>
              <a:gd name="adj" fmla="val 19231"/>
            </a:avLst>
          </a:prstGeom>
          <a:solidFill>
            <a:srgbClr val="EF4444">
              <a:alpha val="12000"/>
            </a:srgbClr>
          </a:solidFill>
          <a:ln w="635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C6FF"/>
                </a:solidFill>
              </a:rPr>
              <a:t>CIRCLES — MENA DIGITAL BRAND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65836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ChurnShield</a:t>
            </a: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0116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1907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ABBD0"/>
                </a:solidFill>
              </a:rPr>
              <a:t>ML Churn Prediction &amp; Proactive Retention for MENA Subscribers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215798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</a:rPr>
              <a:t>Presented by Ajay Avaghade  ·  Growth &amp; Retention PM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34747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EF4444">
              <a:alpha val="14000"/>
            </a:srgbClr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5478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3.2×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churn rate for mismatched-plan subscribers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vs healthy-plan cohort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Subscribers Churn Silently — Operators Never Know Why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0B1829"/>
          </a:solidFill>
          <a:ln w="3810">
            <a:solidFill>
              <a:srgbClr val="00C6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🚪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Of subscribers churn within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12 months of plan mismatch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Mismatched data/roaming plans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drive 3× the churn rate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0B1829"/>
          </a:solidFill>
          <a:ln w="3810">
            <a:solidFill>
              <a:srgbClr val="00C6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🔇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Churn happens with zero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prior complaint or contact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Silent churners: no app activity,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no support ticket, then gone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0B1829"/>
          </a:solidFill>
          <a:ln w="3810">
            <a:solidFill>
              <a:srgbClr val="00C6FF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AED 2.1M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2648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Annual ARPU at 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per 250K subscriber base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12% of base mismatched ×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AED 89 avg monthly ARPU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EF4444">
              <a:alpha val="12000"/>
            </a:srgbClr>
          </a:solidFill>
          <a:ln w="762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1363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Root cause: Circles has the usage data. Subscribers just don't know they're on the wrong plan. By the time they complain, 89% have already decided to leave.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INSIGHT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0D1A"/>
                </a:solidFill>
              </a:rPr>
              <a:t>Reactive Support Misses the Window. Proactive ML Doesn't.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FF0F0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15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❌  Current: Reactive Retention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Subscriber hits data cap → frustration builds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8470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Pays unexpected roaming charge → anger spikes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2311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Contacts support or simply doesn't renew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6151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Ops sees the churn only after MNP request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9992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Win-back cost: 5-8× acquisition cost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05072" y="2240280"/>
            <a:ext cx="438912" cy="438912"/>
          </a:xfrm>
          <a:prstGeom prst="ellipse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2240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0" y="1005840"/>
            <a:ext cx="4297680" cy="2743200"/>
          </a:xfrm>
          <a:prstGeom prst="roundRect">
            <a:avLst>
              <a:gd name="adj" fmla="val 3333"/>
            </a:avLst>
          </a:prstGeom>
          <a:solidFill>
            <a:srgbClr val="F0FFF4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11155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✅  ChurnShield: Proactive ML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1463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ML scores every subscriber daily on 90-day usage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26280" y="18470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Risk ≥ 60 triggers personalised in-app nudge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26280" y="22311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Subscriber sees exactly why + best fix with 1 tap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0" y="26151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Plan switch or add-on offered at the right moment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29992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0D1A"/>
                </a:solidFill>
              </a:rPr>
              <a:t>• Churn risk drops 41% per converted subscriber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060D1A"/>
          </a:solidFill>
          <a:ln w="6350">
            <a:solidFill>
              <a:srgbClr val="00C6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50208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Key insight: ChurnShield closes the window where intervention is 5× cheaper than win-back. 61% of at-risk subscribers convert when reached before renewal vs 12% after MNP initiation.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MECHANIC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5-Step ML Pipeline: Score → Segment → Intervene → Convert → Measure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B1829"/>
          </a:solidFill>
          <a:ln w="12700">
            <a:solidFill>
              <a:srgbClr val="00C6FF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481328"/>
            <a:ext cx="493776" cy="27432"/>
          </a:xfrm>
          <a:prstGeom prst="rect">
            <a:avLst/>
          </a:prstGeom>
          <a:solidFill>
            <a:srgbClr val="00C6FF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Daily Scoring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ML model processes 90-day usage vectors (data, roaming, voice, peak hours, billing proximity) → outputs Churn Risk Score 0–100 per subscriber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12848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B1829"/>
          </a:solidFill>
          <a:ln w="12700">
            <a:solidFill>
              <a:srgbClr val="F97316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12848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61488" y="1481328"/>
            <a:ext cx="493776" cy="27432"/>
          </a:xfrm>
          <a:prstGeom prst="rect">
            <a:avLst/>
          </a:prstGeom>
          <a:solidFill>
            <a:srgbClr val="F97316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212848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Segmentation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04288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Score ≥ 60: High-risk queue (real-time push). Score 40–59: Medium (billing-cycle nudge). Score &lt; 40: Healthy (no action)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68496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B1829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68496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17136" y="1481328"/>
            <a:ext cx="493776" cy="27432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968496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Personalised Trigger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59936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In-app alert shows subscriber's specific risk drivers + best-match intervention ranked by predicted conversion probability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24144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B1829"/>
          </a:solidFill>
          <a:ln w="12700">
            <a:solidFill>
              <a:srgbClr val="22C55E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24144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2784" y="1481328"/>
            <a:ext cx="493776" cy="27432"/>
          </a:xfrm>
          <a:prstGeom prst="rect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724144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1-Tap Resolution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15584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Subscriber accepts plan switch or add-on. Effective immediately. Churn risk score updates in real-time.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79792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0B1829"/>
          </a:solidFill>
          <a:ln w="12700">
            <a:solidFill>
              <a:srgbClr val="EF4444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79792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028432" y="1481328"/>
            <a:ext cx="493776" cy="27432"/>
          </a:xfrm>
          <a:prstGeom prst="rect">
            <a:avLst/>
          </a:prstGeom>
          <a:solidFill>
            <a:srgbClr val="EF4444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479792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Closed Loop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71232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Post-intervention 30-day tracking: re-score, measure churn delta, feed back to model for continuous improvement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89534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0B1829"/>
          </a:solidFill>
          <a:ln w="6350">
            <a:solidFill>
              <a:srgbClr val="00C6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95020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Proof of concept: PhonePe Propensity-to-Transact ML — same pipeline architecture, same closed-loop feedback. Shipped to 350M+ MAU, reduced marketing spend 32% while sustaining GMV growth.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PRODUCT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0D1A"/>
                </a:solidFill>
              </a:rPr>
              <a:t>4 Screen States — Subscriber Journey + Ops 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60D1A"/>
          </a:solidFill>
          <a:ln w="7620">
            <a:solidFill>
              <a:srgbClr val="00C6FF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Churn Risk Alert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0B1829"/>
          </a:solidFill>
          <a:ln w="381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Churn Risk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Score: 78/100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❗ Data cap stress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❗ Roaming charges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◦ Voice mismatch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See Offer →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47472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Risk score (0–100) surfaces on home screen when subscriber hits threshold. 3 specific risk drivers shown. Single CTA: "See My Recommendation"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32304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60D1A"/>
          </a:solidFill>
          <a:ln w="7620">
            <a:solidFill>
              <a:srgbClr val="00C6FF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32304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32304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ML Risk Analyzer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2032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0B1829"/>
          </a:solidFill>
          <a:ln w="381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Risk Profile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████░░ 34 pts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████░░ 24 pts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██░░░░ 12 pts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█░░░░░  8 pts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ML: 3.2× base risk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23744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Risk circle + 4 driver bars with point contributions. ML insight explains cohort context. 2 ranked interventions with predicted churn reduction %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08576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60D1A"/>
          </a:solidFill>
          <a:ln w="7620">
            <a:solidFill>
              <a:srgbClr val="00C6FF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08576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Offer Accepted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18304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0B1829"/>
          </a:solidFill>
          <a:ln w="381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🛡️ Plan Switched!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Circles 50GB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+20GB · Roaming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AED 89/mo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Risk: 78 → 37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Saved: AED 12/mo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700016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Confetti + shield icon. New plan name + benefits. Before/after risk score comparison (78→37). ARPU save shown. Auto-applied to billing.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84848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60D1A"/>
          </a:solidFill>
          <a:ln w="7620">
            <a:solidFill>
              <a:srgbClr val="00C6FF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84848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Ops Intelligence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94576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0B1829"/>
          </a:solidFill>
          <a:ln w="3810">
            <a:solidFill>
              <a:srgbClr val="00C6F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Retention Dash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High:  8,420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Med:  12,300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Low: 229,280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Conv: 31% · ARPU↑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00C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AED 2.1M rescued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876288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Risk distribution (high/medium/low). Intervention funnel with conversion rates. Per-type ARPU impact. AED 2.1M annualised ARPU rescued.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IMPACT &amp; ROI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Projected on 250K-Subscriber MENA Base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292608"/>
          </a:xfrm>
          <a:prstGeom prst="roundRect">
            <a:avLst>
              <a:gd name="adj" fmla="val 15625"/>
            </a:avLst>
          </a:prstGeom>
          <a:solidFill>
            <a:srgbClr val="EF4444">
              <a:alpha val="18000"/>
            </a:srgbClr>
          </a:solidFill>
          <a:ln w="508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SUBSCRIBER EXPERIENCE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264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−41%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783080" y="1444752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Churn risk reduction per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converted subscriber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00C6FF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83080" y="2121408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Intervention conversion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(flagged → plan switch)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977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AED 12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83080" y="2798064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Average monthly saving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for switched subscriber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419856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5643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3.2×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83080" y="3474720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Faster churn identification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vs reactive support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114800" cy="292608"/>
          </a:xfrm>
          <a:prstGeom prst="roundRect">
            <a:avLst>
              <a:gd name="adj" fmla="val 15625"/>
            </a:avLst>
          </a:prstGeom>
          <a:solidFill>
            <a:srgbClr val="00C6FF">
              <a:alpha val="18000"/>
            </a:srgbClr>
          </a:solidFill>
          <a:ln w="5080">
            <a:solidFill>
              <a:srgbClr val="00C6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OPERATOR ROI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389888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00C6FF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2646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6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AED 2.1M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37960" y="144475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Annual ARPU rescued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per 250K-subscriber base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066544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1031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8,420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37960" y="212140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High-risk subscribers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flagged monthly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743200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77977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+AED 8.40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37960" y="2798064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ARPU uplift per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converted subscriber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419856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0B1829"/>
          </a:solidFill>
          <a:ln w="381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4564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AED 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37960" y="347472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Intervention cost — only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triggers on ML-confirmed risk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224528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0B1829"/>
          </a:solidFill>
          <a:ln w="6350">
            <a:solidFill>
              <a:srgbClr val="00C6FF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611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Zero-cost retention: ChurnShield only intervenes when ML confirms high risk. The offer only upgrades or adds value — Circles gains ARPU and the subscriber gets a better plan.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PROOF OF WORK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0D1A"/>
                </a:solidFill>
              </a:rPr>
              <a:t>I Built This Pipeline. Here's the Exact Mapping.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060D1A"/>
          </a:solidFill>
          <a:ln w="10160">
            <a:solidFill>
              <a:srgbClr val="00C6FF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6FF"/>
                </a:solidFill>
              </a:rPr>
              <a:t>What I Shipped at PhonePe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Propensity-to-Transact ML: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User-level scoring across 350M+ MAU — feature engineering, model deployment, closed-loop feedback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−32% marketing spend: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Real-time intent scoring replaced static cohort targeting — no rule, no manual update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Dynamic incentivisation: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Context-aware triggers (cart value × intent × time) → 35% AOV uplift, 60% abandonment drop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Ops intelligence layer: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Unified KPI dashboard replacing 6 analyst workflows — TAT 2 days → 4 hours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8770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A/B testing at scale: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0782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ML-driven vs rule-based control — ran on 350M MAU, pre-defined success metrics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22C55E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0D1A"/>
                </a:solidFill>
              </a:rPr>
              <a:t>How It Maps to Circles JD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463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0D1A"/>
                </a:solidFill>
              </a:rPr>
              <a:t>→ ML/AI product delivery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16642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Propensity model production rollout, feature engineering to post-launch KPI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00600" y="20665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0D1A"/>
                </a:solidFill>
              </a:rPr>
              <a:t>→ Subscriber retention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2267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Milestone incentive: 60% 90-day device activation improvement at PhonePe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0600" y="2670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0D1A"/>
                </a:solidFill>
              </a:rPr>
              <a:t>→ ARPU &amp; growth metrics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871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Owned ARPU, GMV, CAC across 350M+ MAU — pre-defined, instrumented from Day 1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32735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0D1A"/>
                </a:solidFill>
              </a:rPr>
              <a:t>→ Agile cross-functional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Owned delivery across Tech, DS, Design, Compliance, Commercial simultaneously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38770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0D1A"/>
                </a:solidFill>
              </a:rPr>
              <a:t>→ KPI &amp; instrumentation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40782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Defined success metrics before every build — not retro-fitted post-launch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ROLLOUT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3-Phase Deployment — 6 Months to Full Rollout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0B1829"/>
          </a:solidFill>
          <a:ln w="12700">
            <a:solidFill>
              <a:srgbClr val="00C6FF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00C6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6FF"/>
                </a:solidFill>
              </a:rPr>
              <a:t>Phase 1  ·  Month 1–2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ML Baseline + Pilot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Train churn model on 90-day historical usage data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Define risk score thresholds (60/40) with DS team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Deploy to 5K subscribers — measure 30-day churn delta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A/B: ChurnShield intervention vs no-contact control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0B1829"/>
          </a:solidFill>
          <a:ln w="12700">
            <a:solidFill>
              <a:srgbClr val="F97316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F9731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Phase 2  ·  Month 3–4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Intervention Engine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Build personalised recommendation ranker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Launch in-app alert + SMS nudge for high-risk segment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Tune thresholds based on pilot conversion data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2900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Ops dashboard for retention team: funnel + ARPU tracking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0B1829"/>
          </a:solidFill>
          <a:ln w="12700">
            <a:solidFill>
              <a:srgbClr val="22C55E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Phase 3  ·  Month 5–6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Full MENA Rollout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Roll out to full subscriber base (250K)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5508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Closed-loop retraining: post-intervention scores feed model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5508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Expand to medium-risk (score 40–59) cohort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5508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Quarterly model refresh + threshold recalibration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0B1829"/>
          </a:solidFill>
          <a:ln w="8890">
            <a:solidFill>
              <a:srgbClr val="00C6FF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95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6FF"/>
                </a:solidFill>
              </a:rPr>
              <a:t>What I need to build this: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096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Access to 90-day subscriber usage data  ·  Alignment with retention &amp; billing teams  ·  1 DS engineer for model pipeline  ·  1 frontend engineer for in-app alert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0B182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737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Ajay Avaghade  ·  avaghadeajay009@gmail.com  ·  +91 9561558439  ·  ajay-avaghade.github.io/Portfolio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2026-05-26T14:26:37Z</dcterms:created>
  <dcterms:modified xsi:type="dcterms:W3CDTF">2026-05-26T14:26:37Z</dcterms:modified>
</cp:coreProperties>
</file>