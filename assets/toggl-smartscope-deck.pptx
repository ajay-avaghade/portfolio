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51435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TOGGL FOCUS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743200" y="228600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SmartScope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743200" y="292608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2A5"/>
                </a:solidFill>
              </a:rPr>
              <a:t>Predictive duration scoping using historical time data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59436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By Ajay Avaghade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Project planning is based on gut feeling, not data.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</a:rPr>
              <a:t>68%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A5"/>
                </a:solidFill>
              </a:rPr>
              <a:t>of IT projects miss their original delivery estimate.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0" y="27432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</a:rPr>
              <a:t>Black Box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3200400" y="36576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A5"/>
                </a:solidFill>
              </a:rPr>
              <a:t>Teams do not use their own historical data to plan better.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7432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</a:rPr>
              <a:t>Bias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943600" y="36576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2A5"/>
                </a:solidFill>
              </a:rPr>
              <a:t>Humans are inherently optimistic when estimating complex tasks.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5029200"/>
            <a:ext cx="8229600" cy="1097280"/>
          </a:xfrm>
          <a:prstGeom prst="rect">
            <a:avLst>
              <a:gd name="adj" fmla="val 8333"/>
            </a:avLst>
          </a:prstGeom>
          <a:solidFill>
            <a:srgbClr val="2A2A2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12064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Insight: Time tracking is only valuable if it improves future performance. SmartScope turns passive logs into active estimation intelligence.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THE INSIGHT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</a:rPr>
              <a:t>Data-Driven Realism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657600" cy="365760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7432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❌ Manual Estimation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B92A5"/>
                </a:solidFill>
              </a:rPr>
              <a:t>• Relies on PM gut feeling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B92A5"/>
                </a:solidFill>
              </a:rPr>
              <a:t>• Optimism bias uncorrected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B92A5"/>
                </a:solidFill>
              </a:rPr>
              <a:t>• Missed deadlines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8B92A5"/>
                </a:solidFill>
              </a:rPr>
              <a:t>• Data goes unused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3657600" cy="3657600"/>
          </a:xfrm>
          <a:prstGeom prst="rect">
            <a:avLst>
              <a:gd name="adj" fmla="val 2500"/>
            </a:avLst>
          </a:prstGeom>
          <a:solidFill>
            <a:srgbClr val="1F1F1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0" y="27432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✅ Toggl SmartScope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32004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• AI matches similar projects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• Applies realism buffers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• Confidence scoring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</a:rPr>
              <a:t>• Pacing alerts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3749040"/>
            <a:ext cx="731520" cy="731520"/>
          </a:xfrm>
          <a:prstGeom prst="ellipse">
            <a:avLst/>
          </a:prstGeom>
          <a:solidFill>
            <a:srgbClr val="10B98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06240" y="3749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VS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THE MECHANIC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How SmartScope Learns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3657600"/>
            <a:ext cx="7315200" cy="45720"/>
          </a:xfrm>
          <a:prstGeom prst="rect">
            <a:avLst/>
          </a:prstGeom>
          <a:solidFill>
            <a:srgbClr val="8B92A5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34747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Input Tags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34747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2880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Match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120" y="34747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Buffer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34747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Lock Scope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46720" y="34747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F1F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0" y="41148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Track Pacing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THE PRODUCT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</a:rPr>
              <a:t>AI Built for Planners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93192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10312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Parameter Input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Uses standard project tags to semantically match against thousands of historical time entries.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828800"/>
            <a:ext cx="393192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210312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Confidence Scoring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24688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Outputs a raw estimate plus an AI-applied "realism buffer" with a % confidence score.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114800"/>
            <a:ext cx="393192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38912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Transparent Distribution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7548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Shows the raw historical spread chart to build PM trust in the AI recommendation.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4114800"/>
            <a:ext cx="393192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0" y="438912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</a:rPr>
              <a:t>Predictive Tracking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47548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Compares real-time burn against historical pacing, alerting PMs if early consumption spikes.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IMPACT &amp; ROI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Strategic Value to Toggl Focus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840480" cy="1645920"/>
          </a:xfrm>
          <a:prstGeom prst="rect">
            <a:avLst>
              <a:gd name="adj" fmla="val 5556"/>
            </a:avLst>
          </a:prstGeom>
          <a:solidFill>
            <a:srgbClr val="2A2A2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560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</a:rPr>
              <a:t>+45%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103120" y="2560320"/>
            <a:ext cx="2011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Estimate Accuracy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3474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Significant drop in delayed deliverables.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2286000"/>
            <a:ext cx="3840480" cy="1645920"/>
          </a:xfrm>
          <a:prstGeom prst="rect">
            <a:avLst>
              <a:gd name="adj" fmla="val 5556"/>
            </a:avLst>
          </a:prstGeom>
          <a:solidFill>
            <a:srgbClr val="2A2A2A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560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</a:rPr>
              <a:t>2.8x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17920" y="2560320"/>
            <a:ext cx="2011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Value Perception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3200400"/>
            <a:ext cx="3474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Users actively use Toggl to plan, not just log.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297680"/>
            <a:ext cx="3840480" cy="1645920"/>
          </a:xfrm>
          <a:prstGeom prst="rect">
            <a:avLst>
              <a:gd name="adj" fmla="val 5556"/>
            </a:avLst>
          </a:prstGeom>
          <a:solidFill>
            <a:srgbClr val="2A2A2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57200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</a:rPr>
              <a:t>-20%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03120" y="4572000"/>
            <a:ext cx="2011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Churn Rate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474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Indispensable tool for enterprise PMOs.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4297680"/>
            <a:ext cx="3840480" cy="1645920"/>
          </a:xfrm>
          <a:prstGeom prst="rect">
            <a:avLst>
              <a:gd name="adj" fmla="val 5556"/>
            </a:avLst>
          </a:prstGeom>
          <a:solidFill>
            <a:srgbClr val="2A2A2A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457200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</a:rPr>
              <a:t>AI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217920" y="4572000"/>
            <a:ext cx="2011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Category Leader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5212080"/>
            <a:ext cx="3474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Proves the "Time Intelligence" mission statement.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0"/>
            <a:ext cx="4572000" cy="6858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MY EXPERIENCE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PhonePe Ops Data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8B92A5"/>
                </a:solidFill>
              </a:rPr>
              <a:t>• Reduced offer operations TAT from 2 days to 30 mins.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8B92A5"/>
                </a:solidFill>
              </a:rPr>
              <a:t>• Used complex data ingestion to build self-serve merchant toolsets.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8B92A5"/>
                </a:solidFill>
              </a:rPr>
              <a:t>• Focused entirely on leveraging existing data to optimize workflows.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0" y="45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TOGGL ALIGNMENT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0" y="9144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</a:rPr>
              <a:t>Why I fit this role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</a:rPr>
              <a:t>• Strong outcome-driven product management.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</a:rPr>
              <a:t>• Heavily utilizes AI in execution and planning (as requested in JD).</a:t>
            </a:r>
            <a:endParaRPr lang="en-US" sz="14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</a:rPr>
              <a:t>• Problem-first thinker focused on B2B SaaS retention metrics.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5029200"/>
            <a:ext cx="8229600" cy="1371600"/>
          </a:xfrm>
          <a:prstGeom prst="rect">
            <a:avLst>
              <a:gd name="adj" fmla="val 6667"/>
            </a:avLst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512064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F1F1F"/>
                </a:solidFill>
              </a:rPr>
              <a:t>"Time tracking data is a goldmine that most tools ignore. Building intelligence on top of it creates unshakeable B2B stickiness."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2A5"/>
                </a:solidFill>
              </a:rPr>
              <a:t>ROLLOUT 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Execution Milestones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560320" cy="1828800"/>
          </a:xfrm>
          <a:prstGeom prst="rect">
            <a:avLst>
              <a:gd name="adj" fmla="val 5000"/>
            </a:avLst>
          </a:prstGeom>
          <a:solidFill>
            <a:srgbClr val="2A2A2A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60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1: Analysis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Analyze large-scale semantic overlap between client task tags and tracked hours.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2286000"/>
            <a:ext cx="2560320" cy="1828800"/>
          </a:xfrm>
          <a:prstGeom prst="rect">
            <a:avLst>
              <a:gd name="adj" fmla="val 5000"/>
            </a:avLst>
          </a:prstGeom>
          <a:solidFill>
            <a:srgbClr val="2A2A2A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560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2: Alpha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32004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Roll out "Buffer Recommendation" UI to power users for implicit feedback.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2286000"/>
            <a:ext cx="2560320" cy="1828800"/>
          </a:xfrm>
          <a:prstGeom prst="rect">
            <a:avLst>
              <a:gd name="adj" fmla="val 5000"/>
            </a:avLst>
          </a:prstGeom>
          <a:solidFill>
            <a:srgbClr val="2A2A2A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560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3: Scale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09360" y="32004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2A5"/>
                </a:solidFill>
              </a:rPr>
              <a:t>Launch full SmartScope as a premium "Time Intelligence" feature.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8229600" cy="1097280"/>
          </a:xfrm>
          <a:prstGeom prst="rect">
            <a:avLst>
              <a:gd name="adj" fmla="val 8333"/>
            </a:avLst>
          </a:prstGeom>
          <a:solidFill>
            <a:srgbClr val="2A2A2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8463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What I Need: A 20-minute chat to discuss Toggl Focus AI aspirations.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2179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2A5"/>
                </a:solidFill>
              </a:rPr>
              <a:t>Ajay Avaghade | avaghadeajay009@gmail.com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2026-06-05T18:39:42Z</dcterms:created>
  <dcterms:modified xsi:type="dcterms:W3CDTF">2026-06-05T18:39:42Z</dcterms:modified>
</cp:coreProperties>
</file>