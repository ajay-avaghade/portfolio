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TOGGL FOCUS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0" y="2286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SmartScope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29260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2A5"/>
                </a:solidFill>
              </a:rPr>
              <a:t>Predictive duration scoping using historical time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5943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By Ajay Avaghade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planning is based on gut feeling, not data.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68%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of IT projects miss their original delivery estimate.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Black Box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Teams do not use their own historical data to plan better.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Bias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Humans are inherently optimistic when estimating complex tasks.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8229600" cy="1097280"/>
          </a:xfrm>
          <a:prstGeom prst="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120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Insight: Time tracking is only valuable if it improves future performance. SmartScope turns passive logs into active estimation intelligence.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</a:rPr>
              <a:t>Data-Driven Realism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❌ Manual Estimation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Relies on PM gut feeling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Optimism bias uncorrected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Missed deadlines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Data goes unused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3657600" cy="3657600"/>
          </a:xfrm>
          <a:prstGeom prst="rect">
            <a:avLst>
              <a:gd name="adj" fmla="val 250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✅ Toggl SmartScope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3200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AI matches similar projects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Applies realism buffers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Confidence scoring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Pacing alerts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3749040"/>
            <a:ext cx="731520" cy="7315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SmartScope Learns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7315200" cy="45720"/>
          </a:xfrm>
          <a:prstGeom prst="rect">
            <a:avLst/>
          </a:prstGeom>
          <a:solidFill>
            <a:srgbClr val="8B92A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 Tags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3474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Match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3474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Buffer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474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Lock Scope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474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Track Pacing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</a:rPr>
              <a:t>AI Built for Planners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Parameter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Uses standard project tags to semantically match against thousands of historical time entries.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103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Confidence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468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Outputs a raw estimate plus an AI-applied "realism buffer" with a % confidence score.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389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Transparent Distribution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754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Shows the raw historical spread chart to build PM trust in the AI recommendation.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4389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Predictive Tracking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4754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Compares real-time burn against historical pacing, alerting PMs if early consumption spikes.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Value to Toggl Focus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+45%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Estimate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Significant drop in delayed deliverables.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56032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2.8x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 Perception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Users actively use Toggl to plan, not just log.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-20%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4572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Churn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Indispensable tool for enterprise PMOs.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9768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5720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AI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4572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Category Leader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5212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Proves the "Time Intelligence" mission statement.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MY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PhonePe Ops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8B92A5"/>
                </a:solidFill>
              </a:rPr>
              <a:t>• Reduced offer operations TAT from 2 days to 30 mins.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8B92A5"/>
                </a:solidFill>
              </a:rPr>
              <a:t>• Used complex data ingestion to build self-serve merchant toolsets.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8B92A5"/>
                </a:solidFill>
              </a:rPr>
              <a:t>• Focused entirely on leveraging existing data to optimize workflows.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TOGGL ALIGNMENT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</a:rPr>
              <a:t>Why I fit this role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</a:rPr>
              <a:t>• Strong outcome-driven product management.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</a:rPr>
              <a:t>• Heavily utilizes AI in execution and planning (as requested in JD).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</a:rPr>
              <a:t>• Problem-first thinker focused on B2B SaaS retention metrics.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8229600" cy="1371600"/>
          </a:xfrm>
          <a:prstGeom prst="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120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F1F1F"/>
                </a:solidFill>
              </a:rPr>
              <a:t>"Time tracking data is a goldmine that most tools ignore. Building intelligence on top of it creates unshakeable B2B stickiness."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82880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1: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Analyze large-scale semantic overlap between client task tags and tracked hours.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82880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2: Alpha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Roll out "Buffer Recommendation" UI to power users for implicit feedback.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182880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3: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Launch full SmartScope as a premium "Time Intelligence" feature.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097280"/>
          </a:xfrm>
          <a:prstGeom prst="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What I Need: A 20-minute chat to discuss Toggl Focus AI aspirations.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Ajay Avaghade | avaghadeajay009@gmail.com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2026-06-08T09:42:10Z</dcterms:created>
  <dcterms:modified xsi:type="dcterms:W3CDTF">2026-06-08T09:42:10Z</dcterms:modified>
</cp:coreProperties>
</file>