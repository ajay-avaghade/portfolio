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00D4AA">
              <a:alpha val="12000"/>
            </a:srgbClr>
          </a:solidFill>
          <a:ln w="635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AA"/>
                </a:solidFill>
              </a:rPr>
              <a:t>PEEPALCO · COINSWITCH GROWTH PM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65836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CoinSwitch WealthBridge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BD0"/>
                </a:solidFill>
              </a:rPr>
              <a:t>Behavioural Scoring Engine: Converting Crypto Users to Mutual Fund Investors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</a:rPr>
              <a:t>Presented by Ajay Avaghade  ·  Growth PM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0D4AA">
              <a:alpha val="14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478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crypto users identified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as MF-ready today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PeepalCo Has 25M Crypto Users. None Were Offered Their MF Product.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₹54L Cr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India MF AUM (May 2024)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growing 40% YoY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The market is huge — PeepalCo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has zero share today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Crypto-to-MF cross-sell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currently triggered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25M crypto users sit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a silo. No bridge exists.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Higher LTV for users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both crypto + MF accounts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Multi-product users churn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at a fraction of the 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0D4AA">
              <a:alpha val="12000"/>
            </a:srgbClr>
          </a:solidFill>
          <a:ln w="7620">
            <a:solidFill>
              <a:srgbClr val="00D4AA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13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Root cause: PeepalCo launched MF but has no intelligence engine to identify which crypto users are ready for the transition, or what moment triggers highest conversion.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E27"/>
                </a:solidFill>
              </a:rPr>
              <a:t>Crypto Portfolio Behaviour Is the Best MF Readiness Signal Available.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0F8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❌  Current: Spray Marketing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Same MF push email to all 25M users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No differentiation by portfolio maturity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No timing intelligence (always off-peak)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3-month-old user gets same pitch as 3-year user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Conversion rate: ~0.8% — noise level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240280"/>
            <a:ext cx="438912" cy="438912"/>
          </a:xfrm>
          <a:prstGeom prst="ellipse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2240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429768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 WealthBridge: Behavioural Scoring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ML model reads 4 crypto portfolio signals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1847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Scores MF-readiness (0–100) per user daily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2311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Surfaces card only to score ≥ 60 users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615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Triggers on portfolio maturity event, not calendar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Conversion rate: 18% of flagged users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A0E27"/>
          </a:solidFill>
          <a:ln w="635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Key insight: The 4 strongest MF-readiness signals — portfolio age, DCA behaviour, blue-chip ratio, dip-holding — are all readable from CoinSwitch's own data. No survey needed.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MECHANIC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 Behavioural Signals → ML Score → In-App Card → SIP Setup → AUM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481328"/>
            <a:ext cx="493776" cy="27432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 Signal Inputs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Portfolio age (months active), DCA pattern (months invested / 12), Blue-chip ratio (BTC+ETH as % of portfolio), Dip-holding (held through ≥1 market decline)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12848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61488" y="1481328"/>
            <a:ext cx="493776" cy="27432"/>
          </a:xfrm>
          <a:prstGeom prst="rect">
            <a:avLst/>
          </a:prstGeom>
          <a:solidFill>
            <a:srgbClr val="F7B731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MF Readiness Score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4288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ML model weights 4 signals → 0–100 score. Score ≥ 60: WealthBridge card appears in-app. Score ≥ 80: proactive push notification with personalised MF match.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68496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68496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17136" y="1481328"/>
            <a:ext cx="493776" cy="27432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68496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Matched MF Card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59936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In-app card shows score + match reasoning. Specific MF recommended (not a generic list). Explains how it complements existing crypto portfolio.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24144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2784" y="1481328"/>
            <a:ext cx="493776" cy="27432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24144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One-Flow SIP Setup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15584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Amount selector → frequency → SEBI mandate → confirm. Direct plan (no distributor fee). eSIP auto-debit. Takes under 2 minutes.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79792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28432" y="1481328"/>
            <a:ext cx="493776" cy="2743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Closed Loop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30-day post-activation tracking: SIP continuation rate, crypto portfolio change, multi-product LTV delta. Feeds model retraining quarterly.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432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020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Proof of concept: PhonePe Propensity-to-Transact ML model — same architecture, same closed loop. Mapped user intent signals to real-time targeting → 32% marketing spend reduction on ₹1,000 Cr/yr budget.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7"/>
                </a:solidFill>
              </a:rPr>
              <a:t>4 Screens — Crypto Home to First SIP in Under 2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MF-Ready Signal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Crypto: ₹84,200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🎯 MF-Ready!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82/100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 MF Match →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BTC ₹48,600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47472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WealthBridge card surfaces on crypto home when score ≥ 60. Readiness score bar + "See My MF Match" CTA above holding list.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32304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MF Match Screen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WealthBridge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14mo active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DCA 9/12 mo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91% blue-chip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Mirae Large Cap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18.4% CAGR · ₹500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23744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4 readiness signals shown (why you qualify). Best-fit MF card with 3-yr CAGR, min SIP, expense ratio. Portfolio complementarity explained.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8576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SIP Setup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Monthly SIP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₹ 2,000 / mo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5yr proj: ₹2.1L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SEBI regulated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✅ Direct plan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 →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00016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Amount chips (₹500/₹1K/₹2K/₹5K). Frequency selector (monthly/weekly). 5-year projection. SEBI-compliant mandate in 1 tap.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84848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Intelligence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Cross-Sell Dash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Flagged: 2.1M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Conv: 18%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AUM: ₹420Cr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ARPU: +₹3,200/yr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76288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2.1M flagged users. Cross-sell funnel (flagged→card→match→SIP). Top cohort by score band. AUM activated + projected annual AUM.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IMPACT &amp; ROI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Projected on 2.1M Flagged MF-Ready CoinSwitch Users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00D4AA">
              <a:alpha val="18000"/>
            </a:srgbClr>
          </a:solidFill>
          <a:ln w="508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EXPERIENCE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44475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MF-readiness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 flagged cohort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30-day SIP conversion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from WealthBridge card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279806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Higher LTV for multi-product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users vs crypto-only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 min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Median time from card 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 first SIP confirmed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18000"/>
            </a:srgbClr>
          </a:solidFill>
          <a:ln w="508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OPERATOR ROI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389888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2646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378K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14447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New MF SIP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(18% of 2.1M flagged)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₹420 Cr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12140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New MF AUM activated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 Year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₹3,200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27980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Additional annual ARPU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 cross-sold user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419856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564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34747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Incremental CAC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from existing user 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11432"/>
          </a:solidFill>
          <a:ln w="6350">
            <a:solidFill>
              <a:srgbClr val="00D4AA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611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WealthBridge directly enables PeepalCo's stated strategic priority: building India's leading multi-product wealth platform. The distribution is already built — 25M users. This adds the intelligence layer.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PROOF OF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7"/>
                </a:solidFill>
              </a:rPr>
              <a:t>Same ML Architecture. Different Asset Class.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A0E27"/>
          </a:solidFill>
          <a:ln w="10160">
            <a:solidFill>
              <a:srgbClr val="00D4AA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Propensity-to-Transact ML: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User-level intent scoring replacing static cohorts — exactly WealthBridge's behavioural scoring 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₹100 Cr rewards rebuild: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Rebuilt static portfolio into ML-driven marketplace with audience segmentation — 11% YoY revenue growth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Brand self-serve tooling: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500+ brands onboarded to targeted campaigns — same precision targeting as WealthBridge's cohort matching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A/B testing infrastructure: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Ran ML vs rule-based control across 350M MAU with instrumented KPIs at every funnel stage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Cross-sell instrumentation: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Built unified funnel dashboard for offer redemption — 26% uplift in user engagement on new products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</a:rPr>
              <a:t>How It Maps to PeepalCo JD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Strategic growth opportunities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WealthBridge opens ₹54L Cr MF market from existing 25M user base — clearest strategic lever available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2066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Work with Analytics teams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Owned DS collaboration from feature engineering → production → post-launch KPI tracking at scale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Measure conversion across funnel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Built unified funnel dashboard: every step instrumented, TAT 2d → 4h for growth team intervention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Grow market share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CoinSwitch enters MF space at near-zero CAC by bridging existing crypto users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Drive growth experiments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4078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WealthBridge is designed as an A/B experiment: ML scoring vs spray marketing — measurable in 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ROLLOUT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3-Phase Deployment — First AUM in 8 Weeks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00D4AA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0D4A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</a:rPr>
              <a:t>Phase 1  ·  Week 1–3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Signal Model + 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MF-readiness scoring model on portfolio data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Define 4 signal weights via A/B on small cohort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Instrument cross-sell funnel: card view → SIP start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WealthBridge card vs generic MF push email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F7B731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7B73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</a:rPr>
              <a:t>Phase 2  ·  Week 4–6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Match Engine + SIP 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personalised MF recommendation per score band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Launch one-flow SIP setup with SEBI mandate integration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Deploy ops cross-sell dashboard (funnel + cohort AUM)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Tune score threshold (60/80) based on conversion 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Phase 3  ·  Week 7–8+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Scale + Multi-Product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Roll out to all 2.1M flagged users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Expand to equity products (second bridge product)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5508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Quarterly model retraining on new portfolio signals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Launch WealthBridge for new KYC users at onboarding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11432"/>
          </a:solidFill>
          <a:ln w="8890">
            <a:solidFill>
              <a:srgbClr val="00D4AA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Access to portfolio age + transaction history  ·  MF product team alignment for SIP API  ·  1 DS engineer  ·  Analytics for funnel measurement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1114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Ajay Avaghade  ·  avaghadeajay009@gmail.com  ·  +91 9561558439  ·  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2026-05-26T15:21:17Z</dcterms:created>
  <dcterms:modified xsi:type="dcterms:W3CDTF">2026-05-26T15:21:17Z</dcterms:modified>
</cp:coreProperties>
</file>