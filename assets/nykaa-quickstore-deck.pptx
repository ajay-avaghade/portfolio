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0"/>
            <a:ext cx="3657600" cy="6858000"/>
          </a:xfrm>
          <a:prstGeom prst="line">
            <a:avLst/>
          </a:prstGeom>
          <a:noFill/>
          <a:ln w="5080">
            <a:solidFill>
              <a:srgbClr val="FC2779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BAD"/>
                </a:solidFill>
              </a:rPr>
              <a:t>NYKAA SUPERSTORE — B2B PRODUCT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QuickStore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AD"/>
                </a:solidFill>
              </a:rPr>
              <a:t>Self-Serve Guided Ordering for Non-Tech Bharat Retailers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560320" cy="36576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AABB"/>
                </a:solidFill>
              </a:rPr>
              <a:t>Presented by Ajay Avaghade · Growth &amp; Monetization PM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754880"/>
            <a:ext cx="2286000" cy="1737360"/>
          </a:xfrm>
          <a:prstGeom prst="rect">
            <a:avLst/>
          </a:prstGeom>
          <a:solidFill>
            <a:srgbClr val="FC2779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846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83680" y="5577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0E8"/>
                </a:solidFill>
              </a:rPr>
              <a:t>of B2B orders still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D0E8"/>
                </a:solidFill>
              </a:rPr>
              <a:t>require BDE calls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AD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Bharat Retailers Can't Self-Serve — And Nykaa Is Paying for Every Order with BDE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2651760" cy="2834640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C2779"/>
                </a:solidFill>
              </a:rPr>
              <a:t>70%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Orders via BDE calls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AABB"/>
                </a:solidFill>
              </a:rPr>
              <a:t>Non-tech retailers can't navigate a 10K+ SKU catalog without hand-holding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572768"/>
            <a:ext cx="2651760" cy="2834640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64408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C2779"/>
                </a:solidFill>
              </a:rPr>
              <a:t>48 hrs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64408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Average order cycle time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AABB"/>
                </a:solidFill>
              </a:rPr>
              <a:t>WhatsApp → BDE → quote → confirm → payment: a 4-step relay before first unit ships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572768"/>
            <a:ext cx="2651760" cy="2834640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C2779"/>
                </a:solidFill>
              </a:rPr>
              <a:t>40%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17336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Reorder drop-off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AABB"/>
                </a:solidFill>
              </a:rPr>
              <a:t>Retailers who ordered once don't reorder — no smart reminder, no frictionless refill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74980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26864"/>
            <a:ext cx="8010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Root cause: Non-tech Bharat retailers — salons, clinics, boutiques — are systematically excluded from self-serve because the catalog is too large, jargon-heavy, and doesn't know what type of business they run.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2779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A14"/>
                </a:solidFill>
              </a:rPr>
              <a:t>Retailers Don't Need a Search Bar. They Need a Shelf Curated for Their Business Type.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4444"/>
                </a:solidFill>
              </a:rPr>
              <a:t>❌  Current 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Open catalog — 10,000+ SKUs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store-type filter or context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916936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peer-group data or social proof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3300984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Retailer calls BDE for recommendation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Order eventually placed after 2+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651760"/>
            <a:ext cx="658368" cy="658368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2779"/>
                </a:solidFill>
              </a:rPr>
              <a:t>✅  QuickStore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Store-type wizard — 6 categories, 30 sec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02352" y="2532888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Peer-group smart shelf: "840 salons ordered this"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2916936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Reorder cart pre-filled from last purchase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2" y="330098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One-tap repeat for regular SKUs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02352" y="36850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BDE freed for acquisition, not hand-holding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8321040" cy="65836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81728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Nykaa already has the peer-group data — which SKUs salons vs. clinics vs. boutiques in each city actually buy. QuickStore surfaces this social proof at the moment of decision, making the catalog feel curated rather than overwhelming.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AD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Layers: Know the Retailer → Show the Right Shelf → Make Reorder Effortless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" y="1664208"/>
            <a:ext cx="0" cy="3840480"/>
          </a:xfrm>
          <a:prstGeom prst="line">
            <a:avLst/>
          </a:prstGeom>
          <a:noFill/>
          <a:ln w="19050">
            <a:solidFill>
              <a:srgbClr val="FC277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2779"/>
                </a:solidFill>
              </a:rPr>
              <a:t>Store-Type Onboarding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AABB"/>
                </a:solidFill>
              </a:rPr>
              <a:t>Retailer selects store type (Salon / Clinic / Boutique / Pharmacy / Parlour / General) + city in under 30 seconds. No search, no scroll.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295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2779"/>
                </a:solidFill>
              </a:rPr>
              <a:t>Peer-Group Smart Shelf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88720" y="256946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AABB"/>
                </a:solidFill>
              </a:rPr>
              <a:t>"840 salons in Jaipur ordered these this week" — top 12 SKUs for your store type, sorted by popularity among peers. Social proof replaces BDE recommendation.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2779"/>
                </a:solidFill>
              </a:rPr>
              <a:t>Pre-Filled Reorder Cart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335584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AABB"/>
                </a:solidFill>
              </a:rPr>
              <a:t>From the 2nd visit, cart is pre-filled with last order quantities. Retailer adjusts 1–2 items and checks out in 90 seconds.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502920" cy="50292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2779"/>
                </a:solidFill>
              </a:rPr>
              <a:t>Smart Reorder Nudge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AABB"/>
                </a:solidFill>
              </a:rPr>
              <a:t>ML model predicts stockout date based on order frequency. Push notification 3 days before: "Your Wella Color stock runs out in 3 days — reorder now."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654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2779"/>
                </a:solidFill>
              </a:rPr>
              <a:t>BDE Graduation Dashboard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492861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AABB"/>
                </a:solidFill>
              </a:rPr>
              <a:t>Ops screen tracks self-serve rate by retailer. At 3 consecutive self-serve orders, retailer "graduates" — BDE effort reallocated to new acquisition.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66928"/>
          </a:xfrm>
          <a:prstGeom prst="rect">
            <a:avLst/>
          </a:prstGeom>
          <a:solidFill>
            <a:srgbClr val="2D1220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687568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AD"/>
                </a:solidFill>
              </a:rPr>
              <a:t>PhonePe Proof: Built the same BDE graduation construct at PhonePe — "merchant self-serve rate" tracked weekly; BDEs re-deployed when merchants hit 3 consecutive self-serve transactions → 23% lower CAC.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2779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A14"/>
                </a:solidFill>
              </a:rPr>
              <a:t>4 Key Screen States — Built &amp; Tested at PhonePe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— Store Wizard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✂ Salon  ] [ 💊 Clinic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👗 Boutique ] [ 💅 Parlour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📍 City: Jaipur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Continue → 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Store-type picker (6 types) + city selection. Peer insight banner loads before catalog opens. 30-second context capture.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— Smart Shelf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904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🔥 840 salons ordered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┌─────────────────┐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Wella Color Care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⭐ 4.7  B2B ₹280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└─────────────────┘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Add to Cart 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42616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"840 salons ordered this" social proof badge on every SKU. Relevance ranked. B2B pricing visible upfront.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— Reorder Cart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order: 22 days ago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Wella Color × 3 ₹840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Streax Pro × 2  ₹560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OPI Top Coat × 1₹380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₹5,032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Place Order 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Pre-filled from last order. Edit quantities inline. B2B discount applied. One-tap checkout. 90-second reorder.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0296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— BDE Dashboard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13448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Self-Serve Rate: 62%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█████████░ 18 graduated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Priya Salon – At risk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🔵 Meena Boutique – Good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Rekha Clinic – Done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95160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Ops screen: self-serve rate, "at risk" retailers, graduation progress. BDE effort directed by data, not guesswork.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6291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2779"/>
                </a:solidFill>
              </a:rPr>
              <a:t>Live prototype: nykaa-quickstore-prototype.html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AD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Projected Impact — Anchored in PhonePe Merchant Self-Serve Proof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2779"/>
                </a:solidFill>
              </a:rPr>
              <a:t>RETAILER IMPACT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2779"/>
                </a:solidFill>
              </a:rPr>
              <a:t>NYKAA PLATFORM ROI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400507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↓ 60%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18013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BDE calls per order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400507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90 sec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93392" y="2569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Reorder time (vs 48 hrs)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400507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↑ 2.4×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93392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Reorder frequency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059936"/>
            <a:ext cx="400507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↑ 35%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93392" y="41056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Basket size via smart shelf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755648"/>
            <a:ext cx="409651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↓ 23%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9632" y="1801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BDE cost per merchant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23744"/>
            <a:ext cx="409651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↑ 40%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9632" y="25694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GMV per active retailer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291840"/>
            <a:ext cx="409651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62%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Self-serve target at 90 days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059936"/>
            <a:ext cx="4096512" cy="658368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2779"/>
                </a:solidFill>
              </a:rPr>
              <a:t>₹0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99632" y="4105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Incremental tech cost for reorder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974336"/>
            <a:ext cx="8321040" cy="74980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029200"/>
            <a:ext cx="8010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BDE reallocation alone funds the QuickStore build: if 60% of BDE calls are eliminated, the equivalent headcount can be redeployed to net-new acquisition — the feature pays for itself in the first quarter.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2779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14"/>
                </a:solidFill>
              </a:rPr>
              <a:t>I Built This. Here's the Proof.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840480" cy="3730752"/>
          </a:xfrm>
          <a:prstGeom prst="rect">
            <a:avLst/>
          </a:prstGeom>
          <a:solidFill>
            <a:srgbClr val="1A0A14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2779"/>
                </a:solidFill>
              </a:rPr>
              <a:t>What I Built at PhonePe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Rebuilt merchant onboarding from 2-day manual TAT to 30-min self-serve PG integration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Designed multi-tenant Instant Discount &amp; EMI subvention platform — zero-to-one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Built BDE graduation tracking — self-serve rate dashboard used by 15-person ops team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Acquired 5,000+ B2B merchants — 23% lower CAC vs BDE-led acquisition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Reduced offer ops TAT from 2 days to 30 minutes via self-serve config workflow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4297680" cy="3730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41732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2779"/>
                </a:solidFill>
              </a:rPr>
              <a:t>How It Maps to This JD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Self-serve PG integration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QuickStore self-serve ordering flow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30-min offer ops TAT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90-sec reorder experience design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BDE graduation tracking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Retailer self-serve rate dashboard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Merchant growth platform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Peer-group smart shelf &amp; nudge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B2B go-to-market execution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QuickStore phased retailer rollout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5138928"/>
            <a:ext cx="8321040" cy="59436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175504"/>
            <a:ext cx="8010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"QuickStore isn't a pitch exercise. It's the same self-serve + graduation architecture I shipped at PhonePe — adapted for Nykaa's Bharat retailer problem."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AD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Phased Rollout — Pilot → Validate →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70048" cy="3108960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AD"/>
                </a:solidFill>
              </a:rPr>
              <a:t>Month 1–2: 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AABB"/>
                </a:solidFill>
              </a:rPr>
              <a:t>Deploy QuickStore to 200 non-tech retailers across 3 cities (Jaipur, Lucknow, Nagpur). Measure self-serve rate, reorder frequency, BDE call reduction vs. control group.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70048" cy="3108960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AD"/>
                </a:solidFill>
              </a:rPr>
              <a:t>Month 3–4: Smart Shelf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AABB"/>
                </a:solidFill>
              </a:rPr>
              <a:t>Activate peer-group shelf using Nykaa purchase data. A/B test: peer-ranked shelf vs. catalog-ranked shelf. Instrument basket size, session time, add-to-cart rate.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70048" cy="3108960"/>
          </a:xfrm>
          <a:prstGeom prst="rect">
            <a:avLst/>
          </a:prstGeom>
          <a:solidFill>
            <a:srgbClr val="2D122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AD"/>
                </a:solidFill>
              </a:rPr>
              <a:t>Month 5–6: Nationwide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AABB"/>
                </a:solidFill>
              </a:rPr>
              <a:t>Roll winning variant to all new B2B onboarding. Integrate reorder nudge (ML stockout predictor). Launch BDE graduation dashboard to all city ops teams.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8321040" cy="658368"/>
          </a:xfrm>
          <a:prstGeom prst="rect">
            <a:avLst/>
          </a:prstGeom>
          <a:solidFill>
            <a:srgbClr val="2D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63440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AD"/>
                </a:solidFill>
              </a:rPr>
              <a:t>What I need to build this: City-level purchase data by store type · 1 engineer for reorder cart API · 1 ML engineer for stockout predictor · Ops alignment on BDE graduation SOP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5394960"/>
            <a:ext cx="8321040" cy="566928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431536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Ajay Avaghade  |  avaghadeajay009@gmail.com  |  +91 9561558439  |  ajay-avaghade.github.io/Portfolio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2026-05-24T14:06:32Z</dcterms:created>
  <dcterms:modified xsi:type="dcterms:W3CDTF">2026-05-24T14:06:32Z</dcterms:modified>
</cp:coreProperties>
</file>