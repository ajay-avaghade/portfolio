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CIRCLES — MENA DIGITAL BRAND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65836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OnboardIQ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ABBD0"/>
                </a:solidFill>
              </a:rPr>
              <a:t>AI-Guided Subscriber Onboarding: Right Plan, First Time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</a:rPr>
              <a:t>Presented by Ajay Avaghade  ·  Growth &amp; Acquisition PM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478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plan mismatch rate vs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manual plan selection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 Subscribers Choose the Wrong Plan — Then Churn at 3× the Rate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New subscribers choose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 plan that doesn't fit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Based on perceived value,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not actual usage behaviour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Higher 90-day churn 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 mismatched-plan subs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Day-1 plan fit predicts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90-day retention better than NPS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220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Avg win-back cost vs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AED 0 onboarding fix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Mismatched subscribers cost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5× more to recover than retain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7C3AED">
              <a:alpha val="12000"/>
            </a:srgbClr>
          </a:solidFill>
          <a:ln w="762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Root cause: Circles' plan catalogue has 7 options. Without guidance, new subscribers default to the cheapest or "middle" option — not the right one. Day-1 mismatch is the #1 preventable churn driver.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A 3-Question Quiz Outperforms a 7-Plan Catalogue.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0F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❌  Current: Plan Catalogue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Subscriber lands on page with 7 plan tiles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No guidance on which plan fits their life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Chooses by price or GB number — not fit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34% pick the wrong plan in first month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Circles discovers the mismatch at churn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40280"/>
            <a:ext cx="438912" cy="438912"/>
          </a:xfrm>
          <a:prstGeom prst="ellipse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429768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 OnboardIQ: AI-Guided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3 behavioural questions (data / travel / voice)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ML model maps answers to plan fit score per SKU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Surfaces #1 best-match plan with reasons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615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91% average plan fit score (AI-matched cohort)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90-day churn: 4.1% (AI) vs 9.8% (manual)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60D1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Key insight: OnboardIQ doesn't upsell — it optimises for plan fit. A subscriber on the right AED 89 plan with 91% fit retains at 2.4× the rate of a mismatched subscriber on any plan.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MECHANIC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Questions → ML Scoring → Best Plan → Guided Activation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493776" cy="27432"/>
          </a:xfrm>
          <a:prstGeom prst="rect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Usage Signals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Data intensity (light/medium/heavy), Travel frequency (none/occasional/monthly+), Voice preference (calls/apps/hybrid)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61488" y="1481328"/>
            <a:ext cx="493776" cy="27432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Plan Fit Scoring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ML model maps 3 signals to 7 plan SKUs → outputs a Plan Fit Score (0–100) for each plan. Top match surfaced instantly.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68496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17136" y="1481328"/>
            <a:ext cx="493776" cy="27432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68496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Transparent Match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59936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Subscriber sees #1 plan + 3 reasons why it fits their profile. Not just specs — explains in plain language what they'd actually use.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4144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2784" y="1481328"/>
            <a:ext cx="493776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24144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1-Tap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15584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eSIM link in recommendation screen. Activated in &lt; 2 min. Guided 3-step post-activation checklist (eSIM → AutoPay → alerts).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79792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28432" y="1481328"/>
            <a:ext cx="493776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30-Day Re-Score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Usage data collected post-activation. If actual behaviour deviates from predicted, ChurnShield flags for early intervention.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1829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SmartPlan link: Steps 1–2 use the same Plan Fit Score engine as Circles SmartPlan (ongoing plan health). OnboardIQ applies it at acquisition — same model, different trigger moment.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4 Screen States — Subscriber + Ops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Plan Picker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OnboardIQ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Q1: Data usage?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Social/Stream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Q2: Travel?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Few times/yr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Q3: Voice?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App-first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My Plan →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3 usage questions with chip selectors (no dropdowns). Progress dots show completion. Single CTA: "Show My Perfect Plan".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Recommendation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⭐ 94% Fit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Circles 30GB GCC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AED 89/mo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30GB local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10GB roaming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Unlimited social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Activate Now →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23744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Plan fit score badge (94%). Plan name, price, features. 4 "why this plan" reasons. Ranked second option visible. Activate CTA.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Welcome Aboard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🚀 Welcome!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Circles 30GB GCC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· AED 89/mo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Install eSIM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AutoPay setup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Usage alerts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Progress: 1/3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00016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Confetti + rocket icon. eSIM QR code link. 3-step post-activation checklist. XP progress bar gamifies completion.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84848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Acquisition Dash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12,480 onboarded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91% completion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−43% mismatch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Churn: 4.1% AI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9.8% manual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−43% mismatch rate vs manual. Funnel (visit→quiz→activate). Top plan cohorts + ARPU. 90-day churn: 4.1% vs 9.8%.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IMPACT &amp; ROI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Projected on MENA Launch Cohort (12K First-Month Subs)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18000"/>
            </a:srgbClr>
          </a:solidFill>
          <a:ln w="508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SUBSCRIBER EXPERIENCE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447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Average Plan Fit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(AI-matched cohort)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Plan mismatch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 manual selection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27980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Time to plan decision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(3 questions, instant match)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90-day churn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(AI cohort vs 9.8% manual)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00C6FF">
              <a:alpha val="18000"/>
            </a:srgbClr>
          </a:solidFill>
          <a:ln w="508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OPERATOR ROI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389888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+AED 1.4M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14447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ARPU impact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reduced early-churn rate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Activation rate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plan page (quiz starters)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−57%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27980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Win-back cost saved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 prevented early churn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19856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564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Marginal cost 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additional OnboardIQ match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B1829"/>
          </a:solidFill>
          <a:ln w="635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OnboardIQ also feeds ChurnShield: AI-matched subscribers start with a baseline Plan Fit Score, so ChurnShield's day-30 re-score has a reference point from Day 1.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PROOF OF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I Built Every Piece of This. Here's the Mapping.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60D1A"/>
          </a:solidFill>
          <a:ln w="10160">
            <a:solidFill>
              <a:srgbClr val="00C6FF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Dynamic incentivisation engine: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Context-aware triggers — exactly the same signal-to-action architecture as OnboardIQ's 3-question → plan match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A/B testing at scale: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Ran Rent Waiver vs Cashback across 350M MAU with pre-defined KPIs — 60% improvement in 90-day activation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0→1 consumer product launch: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Kotak Cherry: UX research → MVP scope → GTM → 100K downloads. Rings/MENA launch is this, at scale.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ML-driven segmentation: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Propensity-to-Transact model: user-level scoring replacing static rules — same engine as plan-fit scoring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Ops instrumentation: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Replaced 6 siloed analyst workflows with unified KPI dashboard — TAT 2d → 4h (maps to OnboardIQ's acquisition ops view)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0D1A"/>
                </a:solidFill>
              </a:rPr>
              <a:t>How It Maps to Circles 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Digital product performance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Funnel KPIs: plan-page visit → quiz start → activate → D30 retention — defined pre-launch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Acquisition &amp; growth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5,000+ B2B merchants acquired in one self-serve build; same zero-friction activation pattern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Feature adoption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Milestone incentive drove 60% device activation — same behaviour-change architecture as onboarding nudges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Cross-functional delivery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Owned Agile delivery across Tech, DS, Design, Compliance — mirrors Circles' matrix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0→1 consumer launches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Kotak Cherry founding team: research → MVP → GTM → launch in regulated digital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ROLLOUT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3-Phase Deployment — Launch-Ready in 8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00C6FF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0C6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6FF"/>
                </a:solidFill>
              </a:rPr>
              <a:t>Phase 1  ·  Week 1–3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Quiz + ML 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3-question quiz UI (web + app)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Train plan-fit scoring model on pilot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OnboardIQ quiz vs manual plan catalogue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Measure plan fit score vs 30-day usage delta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7C3AED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Phase 2  ·  Week 4–6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Recommendation Engine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Deploy personalised plan match with reasons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ops acquisition dashboard (funnel + cohorts)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Integrate with eSIM activation 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Launch guided 3-step post-activation checklist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Phase 3  ·  Week 7–8+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Live + Iteration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Full MENA launch rollout (default onboarding flow)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Connect to ChurnShield: Day-1 score feeds re-score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Monthly model retrain on growing activation data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Expand to plan upgrade recommendations for existing base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B1829"/>
          </a:solidFill>
          <a:ln w="8890">
            <a:solidFill>
              <a:srgbClr val="00C6FF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 to plan catalogue data + historical subscriber usage  ·  Alignment with acquisition &amp; digital product teams  ·  1 frontend engineer  ·  1 DS engineer for scoring model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0B18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Ajay Avaghade  ·  avaghadeajay009@gmail.com  ·  +91 9561558439  ·  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2026-05-26T14:32:49Z</dcterms:created>
  <dcterms:modified xsi:type="dcterms:W3CDTF">2026-05-26T14:32:49Z</dcterms:modified>
</cp:coreProperties>
</file>