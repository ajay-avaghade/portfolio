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BOTIM FOR BUSINESS · CORRIDOR EXPANSION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CorridorIQ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Data-Driven Corridor Expansion Intelligence — From Gut Feel to Evidence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754880"/>
            <a:ext cx="18288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49377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6 new corridors in 12 months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Botim Wants 6 New Corridors in 12 Months — But Corridor Decisions Are Made on Gut Feel, Not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corridors planned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India, Pakistan, Philippines, Africa, UK, Europe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Ad hoc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 decision process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country manager memo → committee decision → 3mo delay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$3.2B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UAE→Philippines annual remittance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corridor Botim is NOT in yet — missed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55448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920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Root cause: No standardised framework for evaluating corridor opportunity. Each corridor decision requires weeks of manual research: regulatory complexity, SME demand signals, banking partnerships, FX benchmarks, competitive saturation. Result: wrong corridors prioritised, delayed launches, underperforming volumes.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</a:rPr>
              <a:t>Corridor Expansion Is a Data Problem, Not a Geography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❌ Today: Ad-Hoc Decisions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Country manager writes proposal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Manual research (2–4 weeks per corridor)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6210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Committee vote based on intuition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1513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Wrong corridor prioritised (high cost, low vol)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6817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Philippines missed while India over-indexed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✅ CorridorIQ: Evidence-Based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scored dimensions per corridor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090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Demand signal, regulatory, banking, competition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6210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Ranked output: top corridors by 12-mo volume potential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41513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Launch plan auto-generated with go/no-go gates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46817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Philippines scores 87/100 → launch Q3, not Q1 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Demand Signals + Regulatory + Banking + Competition → Ranked Corridor Score → Launch Plan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Signal Aggregation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OFW remittance data, SME transaction requests, expat nationality split from Botim user base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19456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31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311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Regulatory Scoring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Central bank licensing complexity, FATF status, estimated approval timeline per target market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42616"/>
            <a:ext cx="0" cy="219456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Banking Assessment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Available partner banks, API readiness, FX spread benchmarks vs Wise/Paysend/Western Union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410712"/>
            <a:ext cx="0" cy="219456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6732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Corridor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Weighted 0–100. High score = high demand + low regulation + banking ready. Top 3 corridors ranked.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178808"/>
            <a:ext cx="0" cy="219456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354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535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Launch Plan Auto-Gen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764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Phase checklist, go/no-go gates, KPI targets, cross-sell hooks (WPS payroll, acquiring) per corridor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Proof: PhonePe Merchant Platform (1 city → 25 cities, 12 months)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Scaled merchant GTM from Bangalore to 25+ Indian cities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76148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Each city had different merchant profiles → different GTM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32841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Bangalore = API-first startups; Tier-2 = phone support + training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895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Hand-crafted playbook per city, then standardised and replicated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4622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CorridorIQ automates the "what does this city/corridor need?" question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4 Screens — Dashboard to Post-Launch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 — Corridor Dashboard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Live corridors (vol, success rate, TAT) + pipeline corridors (score, est. 12mo vol, partner bank). One view across all geographies.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 — Corridor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4-dimension scoring (demand, regulatory, banking, competition). Market intelligence: remittance data, competitor pricing, regulatory timeline.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 — Launch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Auto-generated 4-phase plan: regulatory, integration, soft launch, full launch. Each phase has go/no-go gates. Cross-sell hooks per corridor.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 — Performance 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Post-launch KPIs: volume, success rate, cost per txn, TAT. Corridor health summary. Insight card: unit economics vs target.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Corridor Velocity, Revenue &amp; Decision Quality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6 corridors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12-month launch velocity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vs current 2 corridors/yr (3× faster expansion)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AED 2.1M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Philippines projected vol/mo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corridor currently missed — available Q3 2024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 weeks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Corridor research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vs 4–6 weeks manual (75% faster decision cycle)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57600" cy="164592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87/100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Philippines corridor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top-ranked next launch — data confirms intuition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PhonePe Merchant Platform: 1 City to 25 in 12 Months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PhonePe: What I Built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Scaled self-serve merchant platform 1 → 25+ cities in 12 months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Each city: different merchant type, different GTM required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1638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Bangalore: API docs + self-serve; Tier-2: phone support + training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Built standardised city playbook, replicated with local tweaks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5K merchants, −23% CAC — by optimising GTM per segment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CorridorIQ: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Same "where do we go next, and in what order?" problem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334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Each corridor: different regulatory, banking, demand 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163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CorridorIQ scores 4 dimensions → ranked priority list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6941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Auto-generates phased launch plan with go/no-go gates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245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Flywheel: post-launch KPIs train the scoring model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Philippines Pilot to Full 6-Corridor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Phase 1 — Philippines Analysis &amp; Launch (Month 1–3)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CorridorIQ confirms Philippines as top-ranked next corridor (score: 87/100). Execute BDO banking agreement + BSP regulatory filing. Soft launch with go/no-go gate: &gt;96% success, &lt;4h TAT.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Phase 2 — Africa + UK Scoring (Month 3–4)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Run CorridorIQ analysis on Africa (Kenya M-Pesa, Nigeria NIBSS) and UK (FPS). Rank by combined score. Begin regulatory engagement for highest-ranked. A/B: CorridorIQ vs manual analysis team.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0F1E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Phase 3 — Continuous Corridor Intelligence (Month 5–6)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CorridorIQ standard for all future corridor decisions. Post-launch KPIs feed back into corridor scoring model. Cross-sell hooks (WPS payroll, SME lending) activated per corridor at full launch.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0F1E3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What I Need: Remittance data access (OFW volumes by corridor) · Regulatory contacts per market · Banking partnership pipeline · 1 data engineer (scoring model)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2026-06-04T14:45:02Z</dcterms:created>
  <dcterms:modified xsi:type="dcterms:W3CDTF">2026-06-04T14:45:02Z</dcterms:modified>
</cp:coreProperties>
</file>