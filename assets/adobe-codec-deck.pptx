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6858000"/>
          </a:xfrm>
          <a:prstGeom prst="rect">
            <a:avLst/>
          </a:prstGeom>
          <a:solidFill>
            <a:srgbClr val="0078D4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6858000"/>
          </a:xfrm>
          <a:prstGeom prst="rect">
            <a:avLst/>
          </a:prstGeom>
          <a:solidFill>
            <a:srgbClr val="FFB81C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DSP · PRODUCT CASE STUDY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Codec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Audience Assembly via Agent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3291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Avaghade · Product Manager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5303520"/>
            <a:ext cx="2743200" cy="11887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5440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 days → 8 mins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94360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creation time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of Advertisers Stuck at Basic Targeting—Lost Revenue from Untapped Tier-2 Sophistication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Segment Only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2880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sequential or lookalike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 days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Review TAT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2880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new audience request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2648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Uplift Lost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2880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advanced targeting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840480"/>
            <a:ext cx="8412480" cy="2560320"/>
          </a:xfrm>
          <a:prstGeom prst="rect">
            <a:avLst/>
          </a:prstGeom>
          <a:solidFill>
            <a:srgbClr val="2A2A2A"/>
          </a:solidFill>
          <a:ln w="25400">
            <a:solidFill>
              <a:srgbClr val="FF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9776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25196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 audience building requires SQL expertise or ops overhead. Sequential audiences, lookalike seeds, and frequency caps are hidden behind technical configuration. Mid-market advertisers lack expertise; tier-1 teams hoard knowledge. Result: 60% stay at tier 1, leaving money on the table.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Users Talk. Let Agents Translate Intent to Rules.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3931920" cy="45720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Status Quo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ops team: "Build me X audience"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5–7 day turnaround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Limited to pre-built segment library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ability to iterate or A/B variants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554480"/>
            <a:ext cx="3931920" cy="45720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Audience Codec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Describe audience in plain language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 minutes end-to-end (agent + preview)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3337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recommends rules + reach forecast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Save and A/B test variants instantly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Five-Step Conversational Audience Assembly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Parsing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2240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extracts intent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65960" y="1645920"/>
            <a:ext cx="2743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96596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65960" y="1920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Assembly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65960" y="2240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Recommends segment logic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1645920"/>
            <a:ext cx="2743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65760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1920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Forecast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240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 + conversion estimate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49240" y="1645920"/>
            <a:ext cx="2743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34924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9240" y="1920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Audience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49240" y="2240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engineering required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1645920"/>
            <a:ext cx="2743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04088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1920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 A/B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2240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 campaigns instantly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474720"/>
            <a:ext cx="8412480" cy="2651760"/>
          </a:xfrm>
          <a:prstGeom prst="rect">
            <a:avLst/>
          </a:prstGeom>
          <a:solidFill>
            <a:srgbClr val="2A2A2A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6118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 Proof Point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88620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zero-to-one self-serve merchant acquisition platform where 5,000+ merchants assembled their own campaigns (Instant Discount + EMI subvention) without engineering overhead. TAT: 6 weeks → 2 days. Audience Codec applies the same "merchant becomes power user" pattern to advertiser audience building.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Screens — Library to Confirmation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4114800" cy="2468880"/>
          </a:xfrm>
          <a:prstGeom prst="rect">
            <a:avLst/>
          </a:prstGeom>
          <a:solidFill>
            <a:srgbClr val="F7F7F7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Library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audiences + performance sparkline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114800" cy="2468880"/>
          </a:xfrm>
          <a:prstGeom prst="rect">
            <a:avLst/>
          </a:prstGeom>
          <a:solidFill>
            <a:srgbClr val="F7F7F7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Agent Conversation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96596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dialog + live reach forecast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4023360"/>
            <a:ext cx="4114800" cy="2468880"/>
          </a:xfrm>
          <a:prstGeom prst="rect">
            <a:avLst/>
          </a:prstGeom>
          <a:solidFill>
            <a:srgbClr val="F7F7F7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4206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Preview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breakdown + CPM band + save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4023360"/>
            <a:ext cx="4114800" cy="2468880"/>
          </a:xfrm>
          <a:prstGeom prst="rect">
            <a:avLst/>
          </a:prstGeom>
          <a:solidFill>
            <a:srgbClr val="F7F7F7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4206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Saved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46177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deploy to any campaign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on PhonePe—Adjusted for Adobe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12801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Advertiser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5–7d → 8m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94560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TAT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9456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 Tier-2 Targeting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94560" y="3337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Reuse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94560" y="4160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from Adv. Targeting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12801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Platform Impact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Stickiness (NRR)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−31%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3337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Adoption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+$38M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4160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Incremental ARR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937760"/>
            <a:ext cx="8412480" cy="1554480"/>
          </a:xfrm>
          <a:prstGeom prst="rect">
            <a:avLst/>
          </a:prstGeom>
          <a:solidFill>
            <a:srgbClr val="2A2A2A"/>
          </a:solidFill>
          <a:ln w="25400">
            <a:solidFill>
              <a:srgbClr val="FFB81C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50749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Codec unlocks TAT reduction (5–7 days → 8 mins), freeing ops team to focus on strategic audience strategy instead of manual rule building. Lower CAC per activated advertiser.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Built This at PhonePe. Here's the Map.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4114800" cy="5029200"/>
          </a:xfrm>
          <a:prstGeom prst="rect">
            <a:avLst/>
          </a:prstGeom>
          <a:solidFill>
            <a:srgbClr val="0F0E0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 (APM, Apr 2022–Apr 2023)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8745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Self-serve PG integration (5K merchants, 0 eng)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TAT: 6 weeks → 2 days via wizard + smart defaults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Merchant power-user in &lt;30 min with no ops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4069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Zero-to-one merchant acquisition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4800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Reward platform with brand self-serve tooling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508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Maps to Audience Codec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Conversational onboarding (merchant → advertiser)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26060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Frictionless TAT (2 days → 8 mins)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33375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Power-user enabling (brand → advertiser)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4069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Zero-dependency platform scaling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4800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Self-serve + agent collaboration (same arch)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Phases: Alpha to Tier-2 Unlock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743200" cy="4114800"/>
          </a:xfrm>
          <a:prstGeom prst="rect">
            <a:avLst/>
          </a:prstGeom>
          <a:solidFill>
            <a:srgbClr val="2A2A2A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1–2: Closed Beta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power users, teach agent patterns, gather feedback, tune NL understanding.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280160"/>
            <a:ext cx="2743200" cy="4114800"/>
          </a:xfrm>
          <a:prstGeom prst="rect">
            <a:avLst/>
          </a:prstGeom>
          <a:solidFill>
            <a:srgbClr val="2A2A2A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3–4: Public Beta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advertisers, measure TAT reduction + ROAS lift, scale NL model.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743200" cy="4114800"/>
          </a:xfrm>
          <a:prstGeom prst="rect">
            <a:avLst/>
          </a:prstGeom>
          <a:solidFill>
            <a:srgbClr val="2A2A2A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5–6: GA + Suite Upsell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92024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feature. Bundle with Campaign Autopilot. Target 40% opt-in within 90 days.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5669280"/>
            <a:ext cx="8412480" cy="914400"/>
          </a:xfrm>
          <a:prstGeom prst="rect">
            <a:avLst/>
          </a:prstGeom>
          <a:solidFill>
            <a:srgbClr val="2A2A2A"/>
          </a:solidFill>
          <a:ln w="25400">
            <a:solidFill>
              <a:srgbClr val="FFB8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5806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need: NL/Semantic understanding API · Audience rules engine access · 1 ML/NLP Engineer + 1 FE + 1 Designer · 7-week sprint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Avaghade · +91 9561558439 · avaghadeajay009@gmail.com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2026-06-02T17:25:42Z</dcterms:created>
  <dcterms:modified xsi:type="dcterms:W3CDTF">2026-06-02T17:25:42Z</dcterms:modified>
</cp:coreProperties>
</file>