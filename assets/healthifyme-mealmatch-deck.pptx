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0"/>
            <a:ext cx="2194560" cy="6858000"/>
          </a:xfrm>
          <a:prstGeom prst="line">
            <a:avLst/>
          </a:prstGeom>
          <a:noFill/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194560" cy="6858000"/>
          </a:xfrm>
          <a:prstGeom prst="line">
            <a:avLst/>
          </a:prstGeom>
          <a:noFill/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2194560" cy="6858000"/>
          </a:xfrm>
          <a:prstGeom prst="line">
            <a:avLst/>
          </a:prstGeom>
          <a:noFill/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0"/>
            <a:ext cx="2194560" cy="6858000"/>
          </a:xfrm>
          <a:prstGeom prst="line">
            <a:avLst/>
          </a:prstGeom>
          <a:noFill/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0"/>
            <a:ext cx="2194560" cy="6858000"/>
          </a:xfrm>
          <a:prstGeom prst="line">
            <a:avLst/>
          </a:prstGeom>
          <a:noFill/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2194560" cy="6858000"/>
          </a:xfrm>
          <a:prstGeom prst="line">
            <a:avLst/>
          </a:prstGeom>
          <a:noFill/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 · B2C AI PRODUCTS · CASE STUDY 03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640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MealMatch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0040" y="17190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AI Meal Recommendation — No Competitor Has India's Food Data. Show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502920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6D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50840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+30pp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5715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vs generic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 Has a 10L+ Indian Food Database — and Serves Generic "Low-Cal Meal" Suggestions That Get Ignored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167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Meal CVR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9008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"low-calorie" recommendations accepted only 38% of the time. Users ignore suggestions that don't match their actual cuisine habits.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572768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2167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Signal 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99008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 knows the user is in Bangalore eating South Indian 87% of the time — none of this signal informs meal recommendations today.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72768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167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−2.4×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99008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&lt;60% meal plan adherence lose weight 2.4× slower than those with ≥80% adherence. Low acceptance = low adherence = poor outcomes.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681728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100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4573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HealthifyMe's moat is the Indian food database. MyFitnessPal has 14M+ generic foods. HealthifyMe has 10L+ Indian foods — including idli, ragi mudde, pesarattu. This database is worth nothing if the recommendation engine doesn't use regional signals.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Meal Recommendation That Matches What the User Actually Eats Is 1.8× More Likely to Be Logged Than One That Doesn't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BF0EC"/>
          </a:solidFill>
          <a:ln w="9525">
            <a:solidFill>
              <a:srgbClr val="FFCC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"low-calorie" meal suggestions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cuisine preference signal used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macro budget calculated for current meal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suggestion for Bangalore and Delhi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food search required for logging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4528" y="2926080"/>
            <a:ext cx="512064" cy="512064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2926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97680" cy="3474720"/>
          </a:xfrm>
          <a:prstGeom prst="roundRect">
            <a:avLst>
              <a:gd name="adj" fmla="val 2632"/>
            </a:avLst>
          </a:prstGeom>
          <a:solidFill>
            <a:srgbClr val="FFF8F5"/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MealMatch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06654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Regional cuisine preference (87% South Indian → show South Indian)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5877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budget: remaining calories × goal 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108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Time-of-day: dinner → heavier + comfort foods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6301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"Why MealMatch chose this" transparency builds trust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415137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1-tap log: confirm a suggestion vs search from scratch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516636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FFF0E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212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HealthifyMe's moat is Indian food data. MealMatch is the product that makes that moat visible to users — and to themselves. No competitor can copy a personalised South Indian dinner at 610 cal for a Bangalore user.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1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× Macro × Time × Goal → The Right South Indian Meal at the Right Moment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1A0A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1389888"/>
            <a:ext cx="621792" cy="62179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preference (inferred from log history), macro budget (remaining cals for the meal), time-of-day, goal type (weight loss / muscle / maintenance), past acceptance rate per dish category.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21992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41448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1A0A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389888"/>
            <a:ext cx="621792" cy="62179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32888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food DB by: cuisine match + macro budget fit + goal alignment. Rank by: past acceptance × nutritional goal fit × seasonal/time preference. Return top 3 per meal slot.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54296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1A0A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67528" y="1389888"/>
            <a:ext cx="621792" cy="62179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67528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45736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Log UX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45736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MealMatch chose this" transparency: show 3 reasons. Accept → 1-tap log. No search box. No manual entry. Logging drops from 10-field form to a confirmation tap.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47688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1A0A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0376" y="1389888"/>
            <a:ext cx="621792" cy="621792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80376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8584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Feedback Loop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58584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adherence score (% of suggested meals logged). Users at ≥80% shown "on track" with goal projection update. Adherence score becomes a self-accountability tool driving PRO retention.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376672"/>
            <a:ext cx="8686800" cy="594360"/>
          </a:xfrm>
          <a:prstGeom prst="roundRect">
            <a:avLst>
              <a:gd name="adj" fmla="val 9231"/>
            </a:avLst>
          </a:prstGeom>
          <a:solidFill>
            <a:srgbClr val="100800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54223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ML-driven marketplace with audience segmentation (500+ brand partners, 11% YoY revenue growth, 26% engagement increase). Same segmentation engine — food preference instead of brand audience.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 — South Indian Suggestion to Weekly Adherence Score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5"/>
          </a:solidFill>
          <a:ln w="6350">
            <a:solidFill>
              <a:srgbClr val="FFCCB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F6D00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Meal Plan Home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"Suggested for Tonight" powered by regional + macro signals. South Indian dinner suggestions with calorie + protein callout. 1-tap to meal detail.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1A0A0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🥞 Dosa 340cal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🍲 Rasam 280cal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🫕 Ragi  420cal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[Why these? →]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5"/>
          </a:solidFill>
          <a:ln w="6350">
            <a:solidFill>
              <a:srgbClr val="FFCCB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F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Meal Detail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51176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MealMatch chose this" — 4 transparent reasons (budget fit, cuisine match, protein target, probiotic value). Ingredient / Recipe / Alternatives tabs. 1-tap log.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51176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1A0A00"/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Cals: 340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Protein: 14g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Carbs:  52g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[Log This Meal]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90872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5"/>
          </a:solidFill>
          <a:ln w="6350">
            <a:solidFill>
              <a:srgbClr val="FFCCB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F6D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Weekly Adherence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2312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adherence score ring. Day-by-day meal dots (logged vs planned). "5 of 6 days on plan." Goal projection update at current adherence level.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1A0A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●●● On plan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Tue ●●○ Partial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Wed ●●● On plan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82% adherence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22008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FF8F5"/>
          </a:solidFill>
          <a:ln w="6350">
            <a:solidFill>
              <a:srgbClr val="FFCCB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76872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FF6D00"/>
          </a:solidFill>
          <a:ln/>
        </p:spPr>
      </p:sp>
      <p:sp>
        <p:nvSpPr>
          <p:cNvPr id="26" name="Text 24"/>
          <p:cNvSpPr/>
          <p:nvPr/>
        </p:nvSpPr>
        <p:spPr>
          <a:xfrm>
            <a:off x="6976872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Recommendation Ops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13448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by cuisine (South Indian 68% vs generic 38%) and meal time (dinner 62%). A/B: regional vs generic. Regional personalisation = +30pp acceptance.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13448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1A0A00"/>
          </a:solidFill>
          <a:ln/>
        </p:spPr>
      </p:sp>
      <p:sp>
        <p:nvSpPr>
          <p:cNvPr id="29" name="Text 27"/>
          <p:cNvSpPr/>
          <p:nvPr/>
        </p:nvSpPr>
        <p:spPr>
          <a:xfrm>
            <a:off x="7050024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S.Indian 68% 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N.Indian 45%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Cont.    31%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  38% 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61081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healthifyme-mealmatch-prototype.html · 1-tap log live · Tab navigation interactive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Personalisation Drives 68% Acceptance. Higher Adherence Drives 2.4x Better Outcomes.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627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(regional)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9019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cuisine — vs 38% generic recommendations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+30pp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28800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lift vs generic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743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personalisation closes the engagement gap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28800" y="3310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rate at 80%+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adherence cohort vs &lt;60% adherence cohort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4151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−68%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28800" y="41513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abandonment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4256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confirm vs 10-field manual food search entry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Moat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1627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217920" y="1627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(PhonePe proof)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9019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segmentation engine: 500+ brand partners, 11% growth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−34%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217920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churn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743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adherence screen viewers churn 34% less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10L+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217920" y="3310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food database moat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(MyFitnessPal, Noom) can replicate this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73168" y="4151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regional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217920" y="41513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 to expand next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4256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Bengali, Gujarati, Maharashtrian — next highest gap cuisines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62272" y="1234440"/>
            <a:ext cx="18288" cy="4892040"/>
          </a:xfrm>
          <a:prstGeom prst="rect">
            <a:avLst/>
          </a:prstGeom>
          <a:solidFill>
            <a:srgbClr val="3A1500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594360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10080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9984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MealMatch turns HealthifyMe's Indian food database from a backend asset into a customer-visible product advantage. A Bangalore user getting a Dosa recommendation at 610 cal will never find that on MyFitnessPal.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FFF8F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01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Marketplace Architecture from PhonePe — Applied to HealthifyMe's Food Moat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3502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Cr/yr rewards portfolio rebuilt as ML-driven marketplace with audience segmentation and brand self-serve tooling → 500+ brand partners, 11% YoY revenue growth, 26% user engagement increase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43230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cart incentivization with context-aware triggers (cart value × user intent × time-of-day) → 35% AOV uplift, 60% cart abandonment reduction. Same signal stack as MealMatch.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347472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52958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checkout conversion lift from redesigning offers placement, eligibility surfacing, and redemption UX — deep fluency in surfacing the right item at the right moment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57200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462686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improvement in 30-day retention: users who engage with personalised content churn less. MealMatch adherence screen is designed around this exact same principle.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33502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MealMatch segmentation — same audience segmentation logic: cuisine preference tags instead of brand audience segments. 10L+ food items, tagged by region, goal fit, macro profile.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43230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MealMatch trigger signals — same context-aware signal stack: remaining macro budget × meal time × goal type replaces cart value × user intent × time-of-day.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47472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52958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MealMatch transparency layer — "Why MealMatch chose this" mirrors the PhonePe eligibility surfacing redesign: show the user why this item is right for them, not just what it 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457200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462686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MealMatch adherence screen — same retention insight: users who engage with personalised content weekly have measurably lower churn. Adherence score = retention anchor.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57150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6D0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760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MealMatch is the ML marketplace architecture I built at PhonePe — with one substitution: food preferences and macro goals instead of brand audiences and discount mechanics.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Regional Tagging to Full Personalised Meal Engine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FF6D00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Month 1–2: Regional Tag Audit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top 500 most-logged foods by regional cuisine (South Indian, North Indian, Bengali, Gujarati, Maharashtrian). Build cuisine preference inference from log history. Validate acceptance rate correlation with regional match.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00984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Month 3–4: MealMatch MVP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top-3 regional meal suggestions for dinner slot to PRO users in 3 cities (Bangalore, Mumbai, Delhi). Measure acceptance rate vs control (generic suggestions). A/B test: regional personalised vs generic. Build 1-tap log UX.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7064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2A150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00C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6792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Month 5–6: Full Meal Plan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3 meal slots (breakfast / lunch / dinner). Add macro-budget calculation per meal. Launch weekly adherence score and goal projection. Expand regional tagging to top 8 Indian regional cuisines. Build ops analytics for recommendation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5193792"/>
            <a:ext cx="8686800" cy="1234440"/>
          </a:xfrm>
          <a:prstGeom prst="roundRect">
            <a:avLst>
              <a:gd name="adj" fmla="val 5926"/>
            </a:avLst>
          </a:prstGeom>
          <a:solidFill>
            <a:srgbClr val="100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266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541264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 log history with dish-level data (to build cuisine preference model)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 database access for regional tagging (top 500 most-logged foods)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analytics: meal suggestion impression → acceptance → log events to measure recommendation quality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65653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|  avaghadeajay009@gmail.com  |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2026-06-01T16:50:27Z</dcterms:created>
  <dcterms:modified xsi:type="dcterms:W3CDTF">2026-06-01T16:50:27Z</dcterms:modified>
</cp:coreProperties>
</file>