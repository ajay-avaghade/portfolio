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Mastercard Marketing AI • AI-Gen Offer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79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Mastercard AI-Gen Offer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B0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Hyper-Targeted Generative Campaigns at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for Manager, Product Management Marketing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ENGAGEMENT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Challenge: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Issuers struggle to personalize marketing campaigns at scale.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Static, generic offers lead to low activation and spend stimulation.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creative generation and segmentation takes weeks, driving up CAC.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AI-GEN OFFER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next-generation personalization engine: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Predictive ML Modeling: Identifies high-propensity segments.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Generative Creative: Instantly generates tailored images and copy.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Omnichannel Delivery: Automatically selects best channels (Push, SMS, Social).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Execution: Compresses campaign deployment from weeks to minutes.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286000" cy="1371600"/>
          </a:xfrm>
          <a:prstGeom prst="rect">
            <a:avLst/>
          </a:prstGeom>
          <a:solidFill>
            <a:srgbClr val="EB001B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2286000"/>
            <a:ext cx="731520" cy="45720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828800"/>
            <a:ext cx="2286000" cy="1371600"/>
          </a:xfrm>
          <a:prstGeom prst="rect">
            <a:avLst/>
          </a:prstGeom>
          <a:solidFill>
            <a:srgbClr val="F79E1B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2286000"/>
            <a:ext cx="731520" cy="45720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828800"/>
            <a:ext cx="2286000" cy="1371600"/>
          </a:xfrm>
          <a:prstGeom prst="rect">
            <a:avLst/>
          </a:prstGeom>
          <a:solidFill>
            <a:srgbClr val="2196F3"/>
          </a:solidFill>
          <a:ln w="12700">
            <a:solidFill>
              <a:srgbClr val="14141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previous implementation at PhonePe scale: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+22% Uplift in Checkout / Offer Conversions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-32% Reduction in overall Marketing Spend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4h vs 3w Campaign Turnaround Time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Enables Mastercard to be the digital marketing partner of choice.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2026-06-10T14:14:35Z</dcterms:created>
  <dcterms:modified xsi:type="dcterms:W3CDTF">2026-06-10T14:14:35Z</dcterms:modified>
</cp:coreProperties>
</file>