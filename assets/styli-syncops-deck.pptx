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SyncOps Engine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Inventory Orchestration &amp; SLA Protection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Prepared for STYLI | MaaS Initiative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Oversell Risk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Multi-channel scale breaks manual inventory syncing: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 Oversell Rates: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single item bought on Noon might still show as available on Amazon.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SLA Penalties: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Cancellations lead to account strikes on external marketplaces.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 Buffering: 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Sellers artificially limit stock to avoid overselling, hurting GMV.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Solution: SyncOps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centralized buffer that reserves global stock in sub-second latency.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286000" cy="1828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Ingest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Order drops on Amazon API.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2560320"/>
            <a:ext cx="548640" cy="365760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1828800"/>
            <a:ext cx="2286000" cy="1828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Reserve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0" y="25603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SyncOps instantly decrements global master stock.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560320"/>
            <a:ext cx="548640" cy="365760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1828800"/>
            <a:ext cx="2286000" cy="1828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Broadcast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40880" y="25603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New stock level pushed to STYLI &amp; Noon.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Capabilities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Sub-Second Orchestration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Webhooks and polling ensure &lt;800ms latency between an order drop and global stock decrement.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1371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Safety Buffers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Sellers can set dynamic buffers (e.g. pause Amazon when stock hits 2) to prevent overlapping checkouts.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Exception Routing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an item is oversold, the system automatically routes to secondary warehouses before cancelling.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Ops Central Dashboard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visibility into channel performance, SLA breaches, and order sync states.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Proven Parallel: PhonePe High-Frequency Scale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Managing concurrent transaction orchestration for 350M+ MAU: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Handling high-frequency payment gateway checkouts without transaction race conditions.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828800"/>
            <a:ext cx="384048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Impact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25603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idempotent state management systems ensuring 0% duplicate charges, perfectly paralleling cross-channel inventory locking.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Success Metrics (MaaS OKRs)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0%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Oversell Rate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 1s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Cross-Channel Stock Sync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SLA Protection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Ajay Avaghade | Product Manager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avaghadeajay009@gmail.com | linkedin.com/in/ajay-avaghade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2026-06-14T06:57:48Z</dcterms:created>
  <dcterms:modified xsi:type="dcterms:W3CDTF">2026-06-14T06:57:48Z</dcterms:modified>
</cp:coreProperties>
</file>