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0A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36576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B92A5"/>
                </a:solidFill>
              </a:rPr>
              <a:t>PENCIL · EDITOR SUITE · CASE STUDY 02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</a:rPr>
              <a:t>BriefOS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457200" y="25146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9A8D4"/>
                </a:solidFill>
              </a:rPr>
              <a:t>Structured Brief → AI Creative Suite with Transparent Rationale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3429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92A5"/>
                </a:solidFill>
              </a:rPr>
              <a:t>Ajay Avaghade · Product Manager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858000" y="4663440"/>
            <a:ext cx="1828800" cy="91440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0" y="484632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F9A8D4"/>
                </a:solidFill>
              </a:rPr>
              <a:t>−68% regeneration rate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0A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274320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B92A5"/>
                </a:solidFill>
              </a:rPr>
              <a:t>THE PROBLEM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AI Generation Is a Black Box — 80% of Brief Context Is Lost in Translation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9A8D4"/>
                </a:solidFill>
              </a:rPr>
              <a:t>80%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265176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of brief context lost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310896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2A5"/>
                </a:solidFill>
              </a:rPr>
              <a:t>audience insight, tone, hierarchy intent all disappear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291840" y="201168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9A8D4"/>
                </a:solidFill>
              </a:rPr>
              <a:t>6×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3291840" y="265176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avg regeneration cycles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291840" y="310896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2A5"/>
                </a:solidFill>
              </a:rPr>
              <a:t>users prompt, get output, re-prompt — low trust in AI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126480" y="201168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9A8D4"/>
                </a:solidFill>
              </a:rPr>
              <a:t>40%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6126480" y="265176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abandon to Canva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126480" y="310896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2A5"/>
                </a:solidFill>
              </a:rPr>
              <a:t>users leave Pencil for manual tools after repeated regenerations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4663440"/>
            <a:ext cx="8229600" cy="1554480"/>
          </a:xfrm>
          <a:prstGeom prst="rect">
            <a:avLst/>
          </a:prstGeom>
          <a:solidFill>
            <a:srgbClr val="1A1030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4846320"/>
            <a:ext cx="78638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Root cause: "Summer sale 30% off women 25-45" is treated as a search query, not a creative brief. The AI makes decisions about colour, hierarchy, CTA placement — but never explains why. When the output misses, the user has no idea what to change. Regeneration rate climbs. Confidence in AI drops.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274320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B92A5"/>
                </a:solidFill>
              </a:rPr>
              <a:t>THE INSIGHT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0A1E"/>
                </a:solidFill>
              </a:rPr>
              <a:t>Explaining Why Is More Valuable Than Changing What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828800"/>
            <a:ext cx="384048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8B92A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201168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97316"/>
                </a:solidFill>
              </a:rPr>
              <a:t>❌ Today: Black Box AI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22960" y="2560320"/>
            <a:ext cx="32918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0A1E"/>
                </a:solidFill>
              </a:rPr>
              <a:t>User types a short prompt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22960" y="2999232"/>
            <a:ext cx="32918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0A1E"/>
                </a:solidFill>
              </a:rPr>
              <a:t>AI generates 4 creatives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22960" y="3438144"/>
            <a:ext cx="32918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0A1E"/>
                </a:solidFill>
              </a:rPr>
              <a:t>User: "Why is the background pink?"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22960" y="3877056"/>
            <a:ext cx="32918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0A1E"/>
                </a:solidFill>
              </a:rPr>
              <a:t>No answer. User re-prompts.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22960" y="4315968"/>
            <a:ext cx="32918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0A1E"/>
                </a:solidFill>
              </a:rPr>
              <a:t>6 rounds of regeneration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22960" y="4754880"/>
            <a:ext cx="32918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0A1E"/>
                </a:solidFill>
              </a:rPr>
              <a:t>Still not right. User gives up.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846320" y="1828800"/>
            <a:ext cx="3840480" cy="3474720"/>
          </a:xfrm>
          <a:prstGeom prst="rect">
            <a:avLst/>
          </a:prstGeom>
          <a:solidFill>
            <a:srgbClr val="1A1030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0" y="201168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9A8D4"/>
                </a:solidFill>
              </a:rPr>
              <a:t>✅ BriefOS: Transparent AI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212080" y="2560320"/>
            <a:ext cx="32918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Structured brief captures intent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212080" y="2999232"/>
            <a:ext cx="32918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AI generates with inline rationale cards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212080" y="3438144"/>
            <a:ext cx="32918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"Pink gradient: summer warmth signal"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212080" y="3877056"/>
            <a:ext cx="32918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User changes tone → only colour regenerates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212080" y="4315968"/>
            <a:ext cx="32918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Output is right on first try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212080" y="4754880"/>
            <a:ext cx="32918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-68% regeneration. Trust builds.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206240" y="3200400"/>
            <a:ext cx="731520" cy="731520"/>
          </a:xfrm>
          <a:prstGeom prst="ellipse">
            <a:avLst/>
          </a:prstGeom>
          <a:solidFill>
            <a:srgbClr val="0F0A1E"/>
          </a:solidFill>
          <a:ln w="25400">
            <a:solidFill>
              <a:srgbClr val="EC489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206240" y="3246120"/>
            <a:ext cx="73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9A8D4"/>
                </a:solidFill>
              </a:rPr>
              <a:t>VS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0A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274320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B92A5"/>
                </a:solidFill>
              </a:rPr>
              <a:t>THE MECHANIC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Structured Brief → AI Decisions → Rationale Cards → Edit-a-Decision → Regenerate Only That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365760" cy="365760"/>
          </a:xfrm>
          <a:prstGeom prst="ellipse">
            <a:avLst/>
          </a:prstGeom>
          <a:solidFill>
            <a:srgbClr val="EC4899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4630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05840" y="1463040"/>
            <a:ext cx="2103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Structured Brief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05840" y="1691640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2A5"/>
                </a:solidFill>
              </a:rPr>
              <a:t>Audience, tone, offer, CTA intent, format families, brand constraints. Each field is a signal.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640080" y="1874520"/>
            <a:ext cx="0" cy="219456"/>
          </a:xfrm>
          <a:prstGeom prst="line">
            <a:avLst/>
          </a:prstGeom>
          <a:noFill/>
          <a:ln w="25400">
            <a:solidFill>
              <a:srgbClr val="EC4899"/>
            </a:solidFill>
            <a:prstDash val="dash"/>
          </a:ln>
        </p:spPr>
      </p:sp>
      <p:sp>
        <p:nvSpPr>
          <p:cNvPr id="9" name="Shape 7"/>
          <p:cNvSpPr/>
          <p:nvPr/>
        </p:nvSpPr>
        <p:spPr>
          <a:xfrm>
            <a:off x="457200" y="2231136"/>
            <a:ext cx="365760" cy="365760"/>
          </a:xfrm>
          <a:prstGeom prst="ellipse">
            <a:avLst/>
          </a:prstGeom>
          <a:solidFill>
            <a:srgbClr val="EC4899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223113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05840" y="2231136"/>
            <a:ext cx="2103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AI Generation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005840" y="2459736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2A5"/>
                </a:solidFill>
              </a:rPr>
              <a:t>Multi-format creative suite generated. Every AI decision tagged: colour, layout, copy length, CTA position.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640080" y="2642616"/>
            <a:ext cx="0" cy="219456"/>
          </a:xfrm>
          <a:prstGeom prst="line">
            <a:avLst/>
          </a:prstGeom>
          <a:noFill/>
          <a:ln w="25400">
            <a:solidFill>
              <a:srgbClr val="EC4899"/>
            </a:solidFill>
            <a:prstDash val="dash"/>
          </a:ln>
        </p:spPr>
      </p:sp>
      <p:sp>
        <p:nvSpPr>
          <p:cNvPr id="14" name="Shape 12"/>
          <p:cNvSpPr/>
          <p:nvPr/>
        </p:nvSpPr>
        <p:spPr>
          <a:xfrm>
            <a:off x="457200" y="2999232"/>
            <a:ext cx="365760" cy="365760"/>
          </a:xfrm>
          <a:prstGeom prst="ellipse">
            <a:avLst/>
          </a:prstGeom>
          <a:solidFill>
            <a:srgbClr val="EC4899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299923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005840" y="2999232"/>
            <a:ext cx="2103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Rationale Cards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005840" y="3227832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2A5"/>
                </a:solidFill>
              </a:rPr>
              <a:t>Each tagged decision has a visible rationale: "CTA bottom-center — thumb zone for mobile feed." User understands why.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640080" y="3410712"/>
            <a:ext cx="0" cy="219456"/>
          </a:xfrm>
          <a:prstGeom prst="line">
            <a:avLst/>
          </a:prstGeom>
          <a:noFill/>
          <a:ln w="25400">
            <a:solidFill>
              <a:srgbClr val="EC4899"/>
            </a:solidFill>
            <a:prstDash val="dash"/>
          </a:ln>
        </p:spPr>
      </p:sp>
      <p:sp>
        <p:nvSpPr>
          <p:cNvPr id="19" name="Shape 17"/>
          <p:cNvSpPr/>
          <p:nvPr/>
        </p:nvSpPr>
        <p:spPr>
          <a:xfrm>
            <a:off x="457200" y="3767328"/>
            <a:ext cx="365760" cy="365760"/>
          </a:xfrm>
          <a:prstGeom prst="ellipse">
            <a:avLst/>
          </a:prstGeom>
          <a:solidFill>
            <a:srgbClr val="EC4899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" y="376732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005840" y="3767328"/>
            <a:ext cx="2103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Edit a Decision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005840" y="3995928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2A5"/>
                </a:solidFill>
              </a:rPr>
              <a:t>User taps a rationale card to change it. Sees alternative options with performance context. One tap to apply.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640080" y="4178808"/>
            <a:ext cx="0" cy="219456"/>
          </a:xfrm>
          <a:prstGeom prst="line">
            <a:avLst/>
          </a:prstGeom>
          <a:noFill/>
          <a:ln w="25400">
            <a:solidFill>
              <a:srgbClr val="EC4899"/>
            </a:solidFill>
            <a:prstDash val="dash"/>
          </a:ln>
        </p:spPr>
      </p:sp>
      <p:sp>
        <p:nvSpPr>
          <p:cNvPr id="24" name="Shape 22"/>
          <p:cNvSpPr/>
          <p:nvPr/>
        </p:nvSpPr>
        <p:spPr>
          <a:xfrm>
            <a:off x="457200" y="4535424"/>
            <a:ext cx="365760" cy="365760"/>
          </a:xfrm>
          <a:prstGeom prst="ellipse">
            <a:avLst/>
          </a:prstGeom>
          <a:solidFill>
            <a:srgbClr val="EC4899"/>
          </a:solidFill>
          <a:ln/>
        </p:spPr>
      </p:sp>
      <p:sp>
        <p:nvSpPr>
          <p:cNvPr id="25" name="Text 23"/>
          <p:cNvSpPr/>
          <p:nvPr/>
        </p:nvSpPr>
        <p:spPr>
          <a:xfrm>
            <a:off x="457200" y="453542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5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005840" y="4535424"/>
            <a:ext cx="2103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Surgical Regeneration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005840" y="4764024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2A5"/>
                </a:solidFill>
              </a:rPr>
              <a:t>Only the affected elements regenerate. Colour, copy, and layout that were not changed stay intact.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3474720" y="1463040"/>
            <a:ext cx="5212080" cy="3931920"/>
          </a:xfrm>
          <a:prstGeom prst="rect">
            <a:avLst/>
          </a:prstGeom>
          <a:solidFill>
            <a:srgbClr val="1A1030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0" y="164592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9A8D4"/>
                </a:solidFill>
              </a:rPr>
              <a:t>Proof: Antigravity Resume Agent — Ajay Built This Architecture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3840480" y="2194560"/>
            <a:ext cx="46634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Built multi-agent AI pipeline: structured JD input → 6 parallel agents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3840480" y="2761488"/>
            <a:ext cx="46634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Each agent handles one synthesis task (scraping, layout, ATS scoring, outreach)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3840480" y="3328416"/>
            <a:ext cx="46634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Output: multiple resume variants, each with traceable decisions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3840480" y="3895344"/>
            <a:ext cx="46634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User edits one section → only that agent re-runs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3840480" y="4462272"/>
            <a:ext cx="46634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BriefOS is the same architecture: structured input → AI multivariant → edit a decision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274320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B92A5"/>
                </a:solidFill>
              </a:rPr>
              <a:t>THE PRODUCT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0A1E"/>
                </a:solidFill>
              </a:rPr>
              <a:t>4 Screens — Brief to Approval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82296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8B92A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60020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0A1E"/>
                </a:solidFill>
              </a:rPr>
              <a:t>01 — Creative Brief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1920240"/>
            <a:ext cx="7863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0A1E"/>
                </a:solidFill>
              </a:rPr>
              <a:t>Structured form: audience, offer, tone tags, CTA intent, format families, brand constraints. Not a search bar — a brief.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2697480"/>
            <a:ext cx="82296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8B92A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283464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0A1E"/>
                </a:solidFill>
              </a:rPr>
              <a:t>02 — AI Creative Suite + Rationale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3154680"/>
            <a:ext cx="7863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0A1E"/>
                </a:solidFill>
              </a:rPr>
              <a:t>Multi-format output with inline rationale cards per AI decision. Colour, layout, copy, CTA each explained.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57200" y="3931920"/>
            <a:ext cx="82296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8B92A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406908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0A1E"/>
                </a:solidFill>
              </a:rPr>
              <a:t>03 — Edit-a-Decision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0080" y="4389120"/>
            <a:ext cx="7863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0A1E"/>
                </a:solidFill>
              </a:rPr>
              <a:t>Tap any rationale card to see alternatives with context. Apply change → surgical regeneration of only affected elements.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57200" y="5166360"/>
            <a:ext cx="82296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8B92A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530352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0A1E"/>
                </a:solidFill>
              </a:rPr>
              <a:t>04 — Approval Dashboard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40080" y="5623560"/>
            <a:ext cx="7863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0A1E"/>
                </a:solidFill>
              </a:rPr>
              <a:t>All formats with approval status. Brief-to-approval time. Regeneration count. Export package ready.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0A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274320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B92A5"/>
                </a:solidFill>
              </a:rPr>
              <a:t>IMPACT &amp; ROI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Trust, Velocity &amp; Creative Quality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3657600" cy="1645920"/>
          </a:xfrm>
          <a:prstGeom prst="rect">
            <a:avLst/>
          </a:prstGeom>
          <a:solidFill>
            <a:srgbClr val="1A1030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55448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🔄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40080" y="1938528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9A8D4"/>
                </a:solidFill>
              </a:rPr>
              <a:t>−68%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40080" y="2340864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Regeneration rate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40080" y="2633472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B92A5"/>
                </a:solidFill>
              </a:rPr>
              <a:t>from 6× avg cycles to 1.9× (user knows what to change)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4663440" y="1463040"/>
            <a:ext cx="3657600" cy="1645920"/>
          </a:xfrm>
          <a:prstGeom prst="rect">
            <a:avLst/>
          </a:prstGeom>
          <a:solidFill>
            <a:srgbClr val="1A1030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46320" y="155448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⏱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4846320" y="1938528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9A8D4"/>
                </a:solidFill>
              </a:rPr>
              <a:t>22 min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846320" y="2340864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Brief to first approval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846320" y="2633472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B92A5"/>
                </a:solidFill>
              </a:rPr>
              <a:t>vs 90+ minutes current (structured brief → AI generates correctly 1st time)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457200" y="3291840"/>
            <a:ext cx="3657600" cy="1645920"/>
          </a:xfrm>
          <a:prstGeom prst="rect">
            <a:avLst/>
          </a:prstGeom>
          <a:solidFill>
            <a:srgbClr val="1A1030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338328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❤️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40080" y="3767328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9A8D4"/>
                </a:solidFill>
              </a:rPr>
              <a:t>+47%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640080" y="4169664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AI trust score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40080" y="4462272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B92A5"/>
                </a:solidFill>
              </a:rPr>
              <a:t>users who see rationale cards rate AI output higher and abandon less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4663440" y="3291840"/>
            <a:ext cx="3657600" cy="1645920"/>
          </a:xfrm>
          <a:prstGeom prst="rect">
            <a:avLst/>
          </a:prstGeom>
          <a:solidFill>
            <a:srgbClr val="1A1030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46320" y="338328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📤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4846320" y="3767328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9A8D4"/>
                </a:solidFill>
              </a:rPr>
              <a:t>5.2×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4846320" y="4169664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Creative output per user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846320" y="4462272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B92A5"/>
                </a:solidFill>
              </a:rPr>
              <a:t>same user produces 5× more approved formats in same time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274320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B92A5"/>
                </a:solidFill>
              </a:rPr>
              <a:t>PROOF OF WORK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0A1E"/>
                </a:solidFill>
              </a:rPr>
              <a:t>Antigravity Resume Agent: I Built This Architecture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3931920" cy="4023360"/>
          </a:xfrm>
          <a:prstGeom prst="rect">
            <a:avLst/>
          </a:prstGeom>
          <a:solidFill>
            <a:srgbClr val="0F0A1E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64592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A8D4"/>
                </a:solidFill>
              </a:rPr>
              <a:t>Antigravity: What I Built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22960" y="2103120"/>
            <a:ext cx="33832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Multi-agent LLM pipeline: structured JD URL input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22960" y="2633472"/>
            <a:ext cx="33832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6 agents in parallel: scraping, synthesis, layout, ATS scoring, outreach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22960" y="3163824"/>
            <a:ext cx="33832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Structured input → explainable AI output per task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22960" y="3694176"/>
            <a:ext cx="33832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User can edit one section (experience bullet) → only that agent re-runs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822960" y="4224528"/>
            <a:ext cx="33832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90+ ATS-scored resume variants generated from one structured input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754880" y="1463040"/>
            <a:ext cx="393192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37760" y="164592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C4899"/>
                </a:solidFill>
              </a:rPr>
              <a:t>BriefOS: Application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937760" y="2103120"/>
            <a:ext cx="3566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0A1E"/>
                </a:solidFill>
              </a:rPr>
              <a:t>Structured brief (not a search bar) captures all creative signals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937760" y="2633472"/>
            <a:ext cx="3566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0A1E"/>
                </a:solidFill>
              </a:rPr>
              <a:t>Multi-format creative suite generated with tagged AI decisions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937760" y="3163824"/>
            <a:ext cx="3566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0A1E"/>
                </a:solidFill>
              </a:rPr>
              <a:t>Rationale card per decision = transparency (not a black box)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937760" y="3694176"/>
            <a:ext cx="3566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0A1E"/>
                </a:solidFill>
              </a:rPr>
              <a:t>User edits one rationale → only that element regenerates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937760" y="4224528"/>
            <a:ext cx="3566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0A1E"/>
                </a:solidFill>
              </a:rPr>
              <a:t>Trust in AI builds through transparency, not luck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0A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274320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B92A5"/>
                </a:solidFill>
              </a:rPr>
              <a:t>ROLLOUT PLAN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Three Phases — Display Pilot to Full Brief→Suite Workflow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8229600" cy="1463040"/>
          </a:xfrm>
          <a:prstGeom prst="rect">
            <a:avLst/>
          </a:prstGeom>
          <a:solidFill>
            <a:srgbClr val="1A1030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50876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A8D4"/>
                </a:solidFill>
              </a:rPr>
              <a:t>Phase 1 — Brief Form + Rationale Cards (Month 1–2)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22960" y="1847088"/>
            <a:ext cx="7498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Replace freeform text prompt with structured brief form. Add rationale card layer to existing AI output. A/B test: structured brief vs current text prompt. Measure: regeneration rate, time to approval, NPS.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2971800"/>
            <a:ext cx="8229600" cy="1463040"/>
          </a:xfrm>
          <a:prstGeom prst="rect">
            <a:avLst/>
          </a:prstGeom>
          <a:solidFill>
            <a:srgbClr val="1A1030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310896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A8D4"/>
                </a:solidFill>
              </a:rPr>
              <a:t>Phase 2 — Edit-a-Decision (Month 3–4)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22960" y="3447288"/>
            <a:ext cx="7498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Build surgical regeneration: user taps rationale card → selects alternative → only affected elements regenerate. Instrument: which rationale cards are most edited (informs default improvements).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57200" y="4572000"/>
            <a:ext cx="8229600" cy="1463040"/>
          </a:xfrm>
          <a:prstGeom prst="rect">
            <a:avLst/>
          </a:prstGeom>
          <a:solidFill>
            <a:srgbClr val="1A1030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470916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A8D4"/>
                </a:solidFill>
              </a:rPr>
              <a:t>Phase 3 — Brief Templates + Learning Loop (Month 5–6)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22960" y="5047488"/>
            <a:ext cx="7498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Save brief templates per campaign type (Sale, Product Launch, Brand). AI learns from accepted/rejected rationale cards per user. Defaults improve over time. Regeneration rate target: &lt;2×.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57200" y="5943600"/>
            <a:ext cx="8229600" cy="731520"/>
          </a:xfrm>
          <a:prstGeom prst="rect">
            <a:avLst/>
          </a:prstGeom>
          <a:solidFill>
            <a:srgbClr val="1A1030"/>
          </a:solidFill>
          <a:ln w="25400">
            <a:solidFill>
              <a:srgbClr val="F9731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603504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97316"/>
                </a:solidFill>
              </a:rPr>
              <a:t>What I Need: Brief schema design (with Design) · AI decision tagging layer (with Eng) · Instrumentation for rationale card edits · User research on current regeneration reasons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57200" y="653796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2A5"/>
                </a:solidFill>
              </a:rPr>
              <a:t>Ajay Avaghade | avaghadeajay009@gmail.com | +91 9561558439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2026-06-04T15:14:31Z</dcterms:created>
  <dcterms:modified xsi:type="dcterms:W3CDTF">2026-06-04T15:14:31Z</dcterms:modified>
</cp:coreProperties>
</file>