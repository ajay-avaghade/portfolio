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EatSure: SureCart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Cart Incentivization &amp; Checkout Rescue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Senior Product Manager Candidate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Rebel Foods Case Study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Lower Funnel Drop-offs Due to Sticker Shock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Users build carts but abandon them at checkout when delivery fees and taxes create a 20%+ price hike.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Friction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Delivery Fees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The #1 reason for cart abandonment in D2C food tech.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Missed AOV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Cross-sell Fails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Generic "add a drink" prompts at checkout are ignored.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Real-time Cart Incentivization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1. Rescue with Value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When hesitation is detected, dynamically offer "Add ₹100 more for Free Delivery" using high-margin cross-brand items (e.g., Sweet Truth).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2. The Sunk Cost Win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user feels they "beat the system" by getting a dessert for effectively cheap, while EatSure increases AOV profitably.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Cart Incentivization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Built a dynamic cart incentivization engine for quick commerce.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Reduced cart abandonment by 60% and lifted AOV by 35%.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Designed the entire backend logic and user-facing checkout UX.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Mapping to EatSure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Proven capability to drive lower-funnel conversion optimization.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Understands unit economics (Delivery cost vs. Item margin).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Experienced in A/B testing checkout flows.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Rebel Foods Case Study: SureCart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2026-06-05T16:46:54Z</dcterms:created>
  <dcterms:modified xsi:type="dcterms:W3CDTF">2026-06-05T16:46:54Z</dcterms:modified>
</cp:coreProperties>
</file>