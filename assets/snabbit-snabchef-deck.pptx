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685800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6364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566928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507492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448056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388620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329184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269748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0312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50876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91440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32004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280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SnabChef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Vertical: From Trust-Building to Recurring Cook Relationship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1645920" cy="4572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· PM Candidate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4754880"/>
            <a:ext cx="2286000" cy="1645920"/>
          </a:xfrm>
          <a:prstGeom prst="rect">
            <a:avLst/>
          </a:prstGeom>
          <a:solidFill>
            <a:srgbClr val="FF5C00">
              <a:alpha val="10000"/>
            </a:srgbClr>
          </a:solidFill>
          <a:ln w="12700">
            <a:solidFill>
              <a:srgbClr val="FF5C00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937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₹290Cr+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49224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cooking ARR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in current 5 cities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urban household has no reliable cook.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solution fails the same way.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0604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Churn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Month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mismatch + timing failure = most households replace their cook within 30 days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260604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6:30AM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2971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Dual-income households need breakfast by 7:30 AM. Cooks live in distant suburbs. They cannot arrive.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60604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Cook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2971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skip breakfast, eat outside, or wake earlier — because a reliable cook doesn't exist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8412480" cy="822960"/>
          </a:xfrm>
          <a:prstGeom prst="rect">
            <a:avLst/>
          </a:prstGeom>
          <a:solidFill>
            <a:srgbClr val="FF5C00">
              <a:alpha val="12000"/>
            </a:srgbClr>
          </a:solidFill>
          <a:ln w="12700">
            <a:solidFill>
              <a:srgbClr val="FF5C00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89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memo insight (Bijal Dave, Apr 2026): "Cooking is a relationship product, not a logistics product. Treating it as a cleaning extension is the predictable failure mode." Snabbit's moat: 40K+ daily bookings, existing trust from cleaning, and a path to wage upgrades for workers. No competitor has all three.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≠ Cleaning extension.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= Relationship product.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79476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URBAN COMPANY / INSTA HELP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Cook treated as fungible worker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assignment every session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cuisine matching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Labor union backlash (IFAT, TGPWU)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Reputational damage, stuck between tiers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508760"/>
            <a:ext cx="434340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SNABCHEF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Home Food Passport — cuisine match first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Same cook first 3 sessions, no random swap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Lock-in mechanic after trust is built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474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Per-meal pricing (not per-hour) matches mental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9319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Backup cook guarantee if primary unavailable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1508760"/>
            <a:ext cx="457200" cy="3474720"/>
          </a:xfrm>
          <a:prstGeom prst="rect">
            <a:avLst/>
          </a:prstGeom>
          <a:solidFill>
            <a:srgbClr val="FF5C00">
              <a:alpha val="15000"/>
            </a:srgbClr>
          </a:solidFill>
          <a:ln w="12700">
            <a:solidFill>
              <a:srgbClr val="FF5C00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5120640"/>
            <a:ext cx="8412480" cy="640080"/>
          </a:xfrm>
          <a:prstGeom prst="rect">
            <a:avLst/>
          </a:prstGeom>
          <a:solidFill>
            <a:srgbClr val="FF5C00">
              <a:alpha val="10000"/>
            </a:srgbClr>
          </a:solidFill>
          <a:ln w="12700">
            <a:solidFill>
              <a:srgbClr val="FF5C00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66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cooking tiers from the supply memo: Tier 1 (daily recurring cook, nuclear family), Tier 2 (shared cook for flatmates, app-native cost split), Tier 3 (on-demand flexible). Cleaning is the cold-start distribution vehicle — existing trust dramatically reduces CAC.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Passport → Match → Trial → Lock-In → Subscription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Passport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Cuisine, allergies, meal timings, household size collected. This is the match signal, not just a preference list.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7452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84832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84832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Match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76272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profile shown with 98% match score, sample menu tailored to passport, certification badges, past household type.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93592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03904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3904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03904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(Sessions 1–3)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95344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cook every session. Parent present in cooking equivalent. Progress bar shows trust journey. 3-question post-session feedback.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12664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22976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22976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22976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Moment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14416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Session 3: "Lock Meera in as My Cook." Priority slots, backup guarantee, direct in-app messaging channel.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31736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42048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42048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42048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33488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Per-month retainer. Direct cook-customer channel for menu requests. Monthly occasion cooking add-on for parties.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09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Ajay's parallel: PhonePe milestone gamification — "complete X steps to unlock benefit" drove 63% task completion rate and 85% escalation reduction. The lock-in mechanic after 3 sessions is exactly this pattern applied to a cook relationship.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screens. Passport to subscription.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4023360" cy="54864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Food Passport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Cuisine, allergies, household size, meal timings collected. The matching signal. Never shared without consent.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4023360" cy="54864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Match Profile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562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cuisine match score, sample 3-day menu, food safety &amp; police verification badges, past household type, 30-sec video intro.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4023360" cy="54864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Cook Dashboard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journey progress bar, next session with menu, session history, direct message button. Cook feels like a relationship, not a booking.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4747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474720"/>
            <a:ext cx="4023360" cy="54864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+ Subscription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00507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3-question post-session rating → "Lock in Meera" CTA with perks: priority slots, backup cook, direct chat. ₹4,999/mo subscription.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SnabChef moves for Snabbit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₹290Cr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ARR Potential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current 5 cities at steady state (Bijal Dave memo, Apr 2026)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ARR Uplift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0604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alone roughly doubles current estimated cleaning ARR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Week-8 Retention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recurring cook after lock-in — decision gate from memo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1228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0372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Tier 1 customer per month at target scale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576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Attrition Target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— the supply-side health metric that drives everything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1460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51460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CAC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cleaning customers as primary acquisition channel — trust already exists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66344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 Architecture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Daily, Flatmate Shared, Flexible On-demand — different pricing and supply for each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1228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81228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Window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0372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Company Insta Help + Pronto already piloting. Speed matters.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 maps directly to this.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429768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PHONEPE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Milestone gamification capability: 63% task completion, 85% merchant escalation reduction — the "trust → lock-in" mechanic pattern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77063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Rebuilt ₹100 Cr/yr rewards into ML marketplace: 500+ brand partners, 11% YoY revenue growth — marketplace at scale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3575304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Pincode cart interventions: 35% AOV uplift, 60% cart abandonment reduction — consumer behaviour change at hyperlocal level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43799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Propensity-to-Transact ML model: 32% marketing burn reduction — demand prediction and user scoring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7764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SNABCHEF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Milestone mechanic → 3-session trust journey + lock-in: same "complete steps to unlock a deeper commitment" architecture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77063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 marketplace → cuisine match scoring: same ranking and personalisation logic applied to cook-household fit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357530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 abandonment reduction → cook churn reduction: same North Star (completing the committed action), same real-time intervention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43799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Propensity model → demand prediction for cooking slots: predict which households need a cook before they search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→ PMF in 90 days (per memo framework)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 customer conversations across 6 archetypes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cook conversations (offline + Snabbit cleaners)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Fake-door test: bundle offer to 500 cleaning customers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&gt;8% click-through + 3/6 archetypes at ₹5K WTP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5–12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via Cleaning Bundle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Bundle: 2 cleaning + 2 cooking trials as entry offer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3756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micro-market only (HSR/Koramangala)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cook guaranteed for all trial sessions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60% trial→subscription conversion at week 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13–20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Subscriptions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Tier 1 + Tier 2 standalone pricing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7220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cook-customer pairing + backup cook system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7220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Recruit 50 experienced offline cooks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7220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Tier 1 retention &gt;70%, CM &gt;₹1,500/month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412480" cy="822960"/>
          </a:xfrm>
          <a:prstGeom prst="rect">
            <a:avLst/>
          </a:prstGeom>
          <a:solidFill>
            <a:srgbClr val="FF5C00">
              <a:alpha val="12000"/>
            </a:srgbClr>
          </a:solidFill>
          <a:ln w="12700">
            <a:solidFill>
              <a:srgbClr val="FF5C00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46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Snabbit: 1 micro-market as sandbox · 50 cooking-willing professional conversations · FSSAI registration research · Fake-door test infrastructure · Access to cleaning customer base for bundle offer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2026-06-19T19:56:02Z</dcterms:created>
  <dcterms:modified xsi:type="dcterms:W3CDTF">2026-06-19T19:56:02Z</dcterms:modified>
</cp:coreProperties>
</file>