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91440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-13716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64008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141732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500000"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500000">
            <a:off x="297180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374904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500000">
            <a:off x="452628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500000">
            <a:off x="530352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500000">
            <a:off x="608076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500000"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500000">
            <a:off x="763524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500000">
            <a:off x="841248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500000">
            <a:off x="9189720" y="0"/>
            <a:ext cx="0" cy="6858000"/>
          </a:xfrm>
          <a:prstGeom prst="line">
            <a:avLst/>
          </a:prstGeom>
          <a:noFill/>
          <a:ln w="508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926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80" kern="0" dirty="0">
                <a:solidFill>
                  <a:srgbClr val="94A3B8"/>
                </a:solidFill>
              </a:rPr>
              <a:t>EYEWA — INTERNAL OPERATIONS PRODUCT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658368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OpsBuddy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347472" y="187452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B82F6"/>
                </a:solidFill>
              </a:rPr>
              <a:t>Your AI Co-Pilot for Operational Intelligence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" y="2423160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Answering every ops question before the manager asks 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" y="6217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Presented by Ajay Avaghade  ·  Growth &amp; Monetization PM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5120640"/>
            <a:ext cx="1645920" cy="146304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5212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4+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hrs/day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315200" y="592531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ops managers spend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searching dashboards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Ops Teams Waste 4+ Hours Daily Switching Between Disconnected Dashboards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06040" cy="310896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2996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7+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75488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Tools ops teams juggle daily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Shopify, ERP, lab portals, 3PL, spreadsheets — none connected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06040" cy="310896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202996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4.2 hrs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10128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ops manager time lost per 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20040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Spent searching, switching tabs, and manually compiling reports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06040" cy="310896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572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202996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68%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44768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Anomalies detected after impact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20040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Supply issues, lab delays, stockouts — found too late to prevent damage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681728"/>
            <a:ext cx="8412480" cy="896112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36592"/>
            <a:ext cx="8046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Root cause: eyewa operates across Rx orders, lab partners, supply chain, and 3PL — but each domain lives in a silo. There is no unified intelligence layer that connects the dots and surfaces what ops teams need to know right now.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0C14"/>
                </a:solidFill>
              </a:rPr>
              <a:t>Ops Teams Don't Need More Dashboards. They Need One Answer.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749040" cy="3840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❌  Fragmented Dashboards (Today)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8653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Tab 1: Shopify orders — can't see lab status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3225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Tab 2: Lab portal — no stock visibility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7797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Tab 3: ERP — no correlation to Rx delays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2369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Tab 4: 3PL — delivery status only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6941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Tab 5: Spreadsheet — manually maintained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41513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Question: "Why did refunds spike?" → takes 40 mins to find answer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2651760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270662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92624" y="1298448"/>
            <a:ext cx="374904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14447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✅  OpsBuddy (Proposed)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75504" y="18653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One chat interface — asks in plain English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75504" y="23225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"Why did refunds spike?" → answered in 8 seconds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75504" y="27797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Pulls from all 5 sources simultaneously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75504" y="32369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Daily AI brief delivered every morning at 8am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75504" y="36941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Anomaly alerts surface before managers ask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75504" y="4151376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• Natural language → SQL → answer. No switching.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5230368"/>
            <a:ext cx="8412480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28523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0C14"/>
                </a:solidFill>
              </a:rPr>
              <a:t>Key insight: The same operations data eyewa already has — in Shopify, lab portals, ERP, 3PL — can become a single conversational intelligence layer. No new data required. Just connection and reasoning.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OpsBuddy Turns Raw Data Into Instant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261872"/>
            <a:ext cx="1572768" cy="365760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89888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2646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" y="210312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2633472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Shopify, lab portals, ERP, 3PL feeds sync every 15 minutes. Unified ops data lake — no manual entry.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3090672"/>
            <a:ext cx="182880" cy="0"/>
          </a:xfrm>
          <a:prstGeom prst="line">
            <a:avLst/>
          </a:prstGeom>
          <a:noFill/>
          <a:ln w="15240">
            <a:solidFill>
              <a:srgbClr val="3B82F6">
                <a:alpha val="60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103120" y="1261872"/>
            <a:ext cx="1572768" cy="365760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78608" y="1389888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42646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76272" y="210312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NL Query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76272" y="2633472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Ops manager asks in plain English. LLM translates to SQL + context-aware retrieval across all data sources.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75888" y="3090672"/>
            <a:ext cx="182880" cy="0"/>
          </a:xfrm>
          <a:prstGeom prst="line">
            <a:avLst/>
          </a:prstGeom>
          <a:noFill/>
          <a:ln w="15240">
            <a:solidFill>
              <a:srgbClr val="3B82F6">
                <a:alpha val="60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858768" y="1261872"/>
            <a:ext cx="1572768" cy="365760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1389888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142646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10312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Daily Brief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633472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Every morning at 8am, OpsBuddy sends a proactive summary: yesterday's performance, today's priorities, anomaly flags.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31536" y="3090672"/>
            <a:ext cx="182880" cy="0"/>
          </a:xfrm>
          <a:prstGeom prst="line">
            <a:avLst/>
          </a:prstGeom>
          <a:noFill/>
          <a:ln w="15240">
            <a:solidFill>
              <a:srgbClr val="3B82F6">
                <a:alpha val="60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614416" y="1261872"/>
            <a:ext cx="1572768" cy="365760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1389888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9904" y="142646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87568" y="210312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7568" y="2633472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ML monitors 14 key signals in real-time. Refund spikes, lab SLA drifts, stockout risk — alerted before damage compounds.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87184" y="3090672"/>
            <a:ext cx="182880" cy="0"/>
          </a:xfrm>
          <a:prstGeom prst="line">
            <a:avLst/>
          </a:prstGeom>
          <a:noFill/>
          <a:ln w="15240">
            <a:solidFill>
              <a:srgbClr val="3B82F6">
                <a:alpha val="6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370064" y="1261872"/>
            <a:ext cx="1572768" cy="365760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3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45552" y="1389888"/>
            <a:ext cx="621792" cy="6217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45552" y="1426464"/>
            <a:ext cx="6217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43216" y="2103120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 Routing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43216" y="2633472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Answers include next steps. "Route this order to Lab B" or "Draft PO for Oakley RB3025" — one click execution.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5074920"/>
            <a:ext cx="8412480" cy="658368"/>
          </a:xfrm>
          <a:prstGeom prst="rect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138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PhonePe proof: Built a unified ops intelligence layer for the Offers platform — 350M+ MAU, ₹1000+ Cr/yr budget. Replaced 6 separate analyst queries with one ML-driven dashboard. Ops TAT for offer decisioning dropped from 2 days → 4 hours.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0C14"/>
                </a:solidFill>
              </a:rPr>
              <a:t>4 Core Screens — Built &amp; Validated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1207008"/>
            <a:ext cx="202996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316736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S1 — Chat Interface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" y="1682496"/>
            <a:ext cx="1847088" cy="2212848"/>
          </a:xfrm>
          <a:prstGeom prst="rect">
            <a:avLst/>
          </a:prstGeom>
          <a:solidFill>
            <a:srgbClr val="060C14"/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719072"/>
            <a:ext cx="1773936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💬 Chat  │ Context│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│──────────────────│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Q: Why are KSA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orders delayed?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A: 68% tied to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Vision Labs SLA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breach. 14 orders│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&gt; 5 days.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▸ Route to Lab B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└──────────────────┘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3968496"/>
            <a:ext cx="184708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Natural language Q&amp;A with embedded data responses. Ask "Why are KSA orders delayed?" and get a structured answer with root cause, affected SKUs, and next step.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05456" y="1207008"/>
            <a:ext cx="202996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96896" y="1316736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S2 — Daily Brief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96896" y="1682496"/>
            <a:ext cx="1847088" cy="2212848"/>
          </a:xfrm>
          <a:prstGeom prst="rect">
            <a:avLst/>
          </a:prstGeom>
          <a:solidFill>
            <a:srgbClr val="060C14"/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719072"/>
            <a:ext cx="1773936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📋 Daily Brief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Mon 25 May · 8am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│──────────────────│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Yesterday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Orders: 847 ↑12%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Rx errors: 18 ✓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Today Priority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⚠ Lab B at cap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⚠ Oakley spike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└──────────────────┘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96896" y="3968496"/>
            <a:ext cx="184708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Morning AI summary at 8am: yesterday performance, today priorities, overnight anomaly flags. Replaces 40 mins of manual dashboard checking.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18304" y="1207008"/>
            <a:ext cx="202996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1316736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S3 — Anomaly Feed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9744" y="1682496"/>
            <a:ext cx="1847088" cy="2212848"/>
          </a:xfrm>
          <a:prstGeom prst="rect">
            <a:avLst/>
          </a:prstGeom>
          <a:solidFill>
            <a:srgbClr val="060C14"/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19072"/>
            <a:ext cx="1773936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🚨 Anomalies  2H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│──────────────────│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[HIGH] Refund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spike +340% KSA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Oakley RB2140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→ Review returns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[MED] Lab B SLA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trending 4.8d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→ Reroute queue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└──────────────────┘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09744" y="3968496"/>
            <a:ext cx="184708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Real-time alert stream with severity scoring. HIGH / MED / LOW tags, root cause snippets, and one-click action routing so ops teams act, not just read.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31152" y="1207008"/>
            <a:ext cx="2029968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22592" y="1316736"/>
            <a:ext cx="1847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S4 — Admin Config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22592" y="1682496"/>
            <a:ext cx="1847088" cy="2212848"/>
          </a:xfrm>
          <a:prstGeom prst="rect">
            <a:avLst/>
          </a:prstGeom>
          <a:solidFill>
            <a:srgbClr val="060C14"/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719072"/>
            <a:ext cx="1773936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⚙ Admin Config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│──────────────────│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Shopify    🟢 ON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Lab Portal 🟢 ON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ERP        🟢 ON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3PL        🟡 LAG│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│──────────────────│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Alert Rules  6/6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Refresh: 15min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└──────────────────┘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22592" y="3968496"/>
            <a:ext cx="1847088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Data connector registry, alert threshold settings, data source toggle. Ops lead controls what OpsBuddy monitors — no engineering dependency.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Projected Impact — Built on PhonePe Proof 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4114800" cy="347472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234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OPS TEAM EFFICIENCY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4114800" cy="768096"/>
          </a:xfrm>
          <a:prstGeom prst="rect">
            <a:avLst/>
          </a:prstGeom>
          <a:solidFill>
            <a:srgbClr val="0D1A2B"/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190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↓ 75%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19072" y="1719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spent on manual dashboard switching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19072" y="204825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4.2 hrs → 1.1 hrs per ops manager per day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2542032"/>
            <a:ext cx="4114800" cy="768096"/>
          </a:xfrm>
          <a:prstGeom prst="rect">
            <a:avLst/>
          </a:prstGeom>
          <a:solidFill>
            <a:srgbClr val="0D1A2B"/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9689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↑ 8 sec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19072" y="25968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 query answer time (vs 40 min manual)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19072" y="2926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Natural language → structured answer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3419856"/>
            <a:ext cx="4114800" cy="768096"/>
          </a:xfrm>
          <a:prstGeom prst="rect">
            <a:avLst/>
          </a:prstGeom>
          <a:solidFill>
            <a:srgbClr val="0D1A2B"/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↑ 3×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19072" y="34747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detection speed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19072" y="38039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Issues flagged in real-time, not at EOD review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4297680"/>
            <a:ext cx="4114800" cy="768096"/>
          </a:xfrm>
          <a:prstGeom prst="rect">
            <a:avLst/>
          </a:prstGeom>
          <a:solidFill>
            <a:srgbClr val="0D1A2B"/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5254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↑ 90%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19072" y="43525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Ops team briefing 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19072" y="46817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Daily brief replaces 3 separate morning standup reports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1188720"/>
            <a:ext cx="4114800" cy="347472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234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BUSINESS &amp; COST ROI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81728" y="1664208"/>
            <a:ext cx="4114800" cy="768096"/>
          </a:xfrm>
          <a:prstGeom prst="rect">
            <a:avLst/>
          </a:prstGeom>
          <a:solidFill>
            <a:srgbClr val="0D1A2B"/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17190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AED 2.4M+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91072" y="17190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Annual ops cost recovery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1072" y="20482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~15 ops FTEs × 3 hrs saved/day × AED 220/hr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81728" y="2542032"/>
            <a:ext cx="4114800" cy="768096"/>
          </a:xfrm>
          <a:prstGeom prst="rect">
            <a:avLst/>
          </a:prstGeom>
          <a:solidFill>
            <a:srgbClr val="0D1A2B"/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59689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↓ 55%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91072" y="259689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Reactive firefighting incidents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91072" y="29260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Anomalies caught early before they cascade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81728" y="3419856"/>
            <a:ext cx="4114800" cy="768096"/>
          </a:xfrm>
          <a:prstGeom prst="rect">
            <a:avLst/>
          </a:prstGeom>
          <a:solidFill>
            <a:srgbClr val="0D1A2B"/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34747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↑ 22%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91072" y="347472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Cross-border order fill 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91072" y="38039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KSA/Bahrain expansion: ops now has visibility day-1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81728" y="4297680"/>
            <a:ext cx="4114800" cy="768096"/>
          </a:xfrm>
          <a:prstGeom prst="rect">
            <a:avLst/>
          </a:prstGeom>
          <a:solidFill>
            <a:srgbClr val="0D1A2B"/>
          </a:solidFill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435254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&lt; 4 wks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291072" y="435254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to deploy new market intelligence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91072" y="46817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New country launch: connect data → OpsBuddy live in days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" y="5212080"/>
            <a:ext cx="8449056" cy="548640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526694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OpsBuddy does not replace headcount — it removes the cognitive overhead that prevents smart people from doing their best work. At PhonePe, the equivalent tool reduced analyst escalation requests by 68% within 60 days of launch.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0C14"/>
                </a:solidFill>
              </a:rPr>
              <a:t>I Built This. Here's the Proof.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4114800" cy="4315968"/>
          </a:xfrm>
          <a:prstGeom prst="rect">
            <a:avLst/>
          </a:prstGeom>
          <a:solidFill>
            <a:srgbClr val="060C14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53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What I Built at PhonePe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810512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• Owned the Offers Intelligence layer for 350M+ MAU platform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2377440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• Built ML propensity-to-transact models replacing manual analyst cohorts — ops TAT from 2 days → 4 hours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2944368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• Designed the ops-facing campaign builder: threshold-based nudges, real-time cohort updates, multi-signal triggers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3511296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• Replaced 6 separate dashboard queries with one unified signal layer. Analyst escalations ↓68% in 60 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4078224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• Ran the A/B framework across 14 concurrent experiments — results surfaced in a single ops digest, not 14 tabs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4645152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• Shipped merchant anomaly detection: refund spikes, device inactivity, GMV deviation — flagged in &lt;15 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188720"/>
            <a:ext cx="411480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353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How It Maps to This Role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810512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✓  Unified intelligence layer → OpsBuddy chat + daily brief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2377440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✓  ML signal layer → Anomaly detection engine (14 ops signals)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2944368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✓  Campaign builder → Alert rule configurator (ops-facing)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3511296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✓  Single ops digest → Daily Brief replacing 3 manual reports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4078224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✓  A/B experiment dashboard → Multi-country ops comparison 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4645152"/>
            <a:ext cx="37307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✓  Merchant anomaly detection → eyewa lab + supplier signals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5596128"/>
            <a:ext cx="8449056" cy="65836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5669280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60C14"/>
                </a:solidFill>
              </a:rPr>
              <a:t>"The hardest part of building OpsBuddy isn't the AI — it's knowing which 14 signals matter and why. I've already built that at scale."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Phased Rollout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207008"/>
            <a:ext cx="2743200" cy="365760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07008"/>
            <a:ext cx="27432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4358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Month 1–2: Foundation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Connect Shopify + lab portal APIs (read-only)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Build NL query layer with 20 pre-trained ops questions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Deploy daily brief to 3 ops managers (pilot users)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Instrument: query volume, answer accuracy, TAT reduction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73552" y="1207008"/>
            <a:ext cx="2743200" cy="365760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207008"/>
            <a:ext cx="2743200" cy="384048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24358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6642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Month 3–4: Intelligence Layer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04825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Add ERP + 3PL connectors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26151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Launch anomaly detection (6 initial signals)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83280" y="31821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Ship alert configurator for ops lead self-service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0" y="374904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Measure: anomaly catch rate vs EOD-review baseline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99632" y="1207008"/>
            <a:ext cx="2743200" cy="3657600"/>
          </a:xfrm>
          <a:prstGeom prst="rect">
            <a:avLst/>
          </a:prstGeom>
          <a:solidFill>
            <a:srgbClr val="0D1A2B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99632" y="1207008"/>
            <a:ext cx="2743200" cy="384048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243584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16642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Month 5–6: Scale + Markets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04825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Expand anomaly signals to 14 (lab SLA, refund spike, stockout risk)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61518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Multi-market view: UAE + KSA + Bahrain in one dashboard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318211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Roll out to full ops team (target: 100% of daily briefs replaced)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3749040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KPI: ops escalation tickets ↓55%, daily manual report time ↓75%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4992624"/>
            <a:ext cx="8449056" cy="987552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50474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What I Need to Build This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5340096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Read-only API access to Shopify, lab portals, ERP, 3PL  ·  1 backend engineer for data connectors  ·  1 week of ops manager shadowing  ·  Alignment on data governance / PII scope for ops data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" y="6327648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Ajay Avaghade  |  avaghadeajay009@gmail.com  |  +91 9561558439  |  linkedin.com/in/ajay-avaghade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2026-05-25T18:22:57Z</dcterms:created>
  <dcterms:modified xsi:type="dcterms:W3CDTF">2026-05-25T18:22:57Z</dcterms:modified>
</cp:coreProperties>
</file>