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-45720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8288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146304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210312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274320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338328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402336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100000">
            <a:off x="466344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100000">
            <a:off x="530352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594360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100000">
            <a:off x="658368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100000">
            <a:off x="722376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100000">
            <a:off x="786384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100000">
            <a:off x="850392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100000">
            <a:off x="914400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100000">
            <a:off x="978408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100000">
            <a:off x="10424160" y="0"/>
            <a:ext cx="3657600" cy="0"/>
          </a:xfrm>
          <a:prstGeom prst="line">
            <a:avLst/>
          </a:prstGeom>
          <a:noFill/>
          <a:ln w="228600">
            <a:solidFill>
              <a:srgbClr val="1A0F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56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HERO · AI QUALITY PLATFORM · Case Study 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1005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AgentEval</a:t>
            </a:r>
            <a:endParaRPr lang="en-US" sz="7200" dirty="0"/>
          </a:p>
        </p:txBody>
      </p:sp>
      <p:sp>
        <p:nvSpPr>
          <p:cNvPr id="23" name="Shape 21"/>
          <p:cNvSpPr/>
          <p:nvPr/>
        </p:nvSpPr>
        <p:spPr>
          <a:xfrm>
            <a:off x="320040" y="2103120"/>
            <a:ext cx="3108960" cy="5486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286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Intelligence for Every DH Agent — Detect, Diagnose, Fix.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0040" y="2852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5303520"/>
            <a:ext cx="2743200" cy="1325880"/>
          </a:xfrm>
          <a:prstGeom prst="rect">
            <a:avLst/>
          </a:prstGeom>
          <a:solidFill>
            <a:srgbClr val="1A0F0F"/>
          </a:solidFill>
          <a:ln w="19050">
            <a:solidFill>
              <a:srgbClr val="E2001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−64%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217920" y="5833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6062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FoodGenie v2.1 → v2.2 · Berlin pilot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5943600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6126480"/>
            <a:ext cx="320040" cy="320040"/>
          </a:xfrm>
          <a:prstGeom prst="ellipse">
            <a:avLst/>
          </a:prstGeom>
          <a:solidFill>
            <a:srgbClr val="FFB8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Has 12+ AI Agents Live. No Unified Quality Layer.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Are Invisible Until Users Complain.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743200" cy="2514600"/>
          </a:xfrm>
          <a:prstGeom prst="rect">
            <a:avLst/>
          </a:prstGeom>
          <a:solidFill>
            <a:srgbClr val="1A0F0F"/>
          </a:solidFill>
          <a:ln w="12700">
            <a:solidFill>
              <a:srgbClr val="E2001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production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64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FoodGenie, OrderAgent, SupportBot, PricingAI — no shared quality framework.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743200" cy="2514600"/>
          </a:xfrm>
          <a:prstGeom prst="rect">
            <a:avLst/>
          </a:prstGeom>
          <a:solidFill>
            <a:srgbClr val="1A0F0F"/>
          </a:solidFill>
          <a:ln w="12700">
            <a:solidFill>
              <a:srgbClr val="E2001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383280" y="2999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quality monitoring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364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tracks its own metrics in silos. Cross-agent patterns invisible.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743200" cy="2514600"/>
          </a:xfrm>
          <a:prstGeom prst="rect">
            <a:avLst/>
          </a:prstGeom>
          <a:solidFill>
            <a:srgbClr val="1A0F0F"/>
          </a:solidFill>
          <a:ln w="12700">
            <a:solidFill>
              <a:srgbClr val="E2001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35915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09360" y="29992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hallucination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3649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1-in-5 agent responses contain a factual error. Users lose trust silently.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1051560"/>
          </a:xfrm>
          <a:prstGeom prst="rect">
            <a:avLst/>
          </a:prstGeom>
          <a:solidFill>
            <a:srgbClr val="1F0A0A"/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572000"/>
            <a:ext cx="45720" cy="105156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6360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AI teams ship fast but monitor slow. When FoodGenie hallucinates AED in a Turkish session, no system catches it — the user does. By then, 847 sessions have the same error and trust is eroding. The cost of not having a quality layer compounds every sprint.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Needs Its Own Product — Not a Dashboard Bolted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 an Analytics Tool.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97680" y="1828800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3840480" cy="3154680"/>
          </a:xfrm>
          <a:prstGeom prst="rect">
            <a:avLst/>
          </a:prstGeom>
          <a:solidFill>
            <a:srgbClr val="FDE8E8"/>
          </a:solidFill>
          <a:ln w="12700">
            <a:solidFill>
              <a:srgbClr val="F59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55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Status Quo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agent team monitors quality separately, in silos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Hallucinations surface via user complaints (too late)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shared quality score language across product + eng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A/B tests measure conversion — not agent quality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599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Root cause analysis: manual, hours per incident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1664208"/>
            <a:ext cx="3840480" cy="315468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755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AgentEval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1579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quality score language across all 12+ agents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6334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3σ anomaly detection catches spikes before users 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 replay: see the exact turn where quality broke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5844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A/B test runner: quality score + conversion per variant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40599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Root cause classifier: 30-second triage, not 3-hour dig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956048"/>
            <a:ext cx="8503920" cy="1078992"/>
          </a:xfrm>
          <a:prstGeom prst="rect">
            <a:avLst/>
          </a:prstGeom>
          <a:solidFill>
            <a:srgbClr val="FFF3CD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956048"/>
            <a:ext cx="45720" cy="107899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0200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At PhonePe, replacing siloed ops workflows with a unified intelligence layer reduced TAT from 2 days → 4 hours and cut escalation tickets by 68%. AgentEval applies the same unification principle to AI quality: one layer that every team reads from and every PM acts 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× 3σ Detection × Session Replay × Fix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" cy="4114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898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5780" y="1783080"/>
            <a:ext cx="0" cy="521208"/>
          </a:xfrm>
          <a:prstGeom prst="line">
            <a:avLst/>
          </a:prstGeom>
          <a:noFill/>
          <a:ln w="12700">
            <a:solidFill>
              <a:srgbClr val="8B707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0934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response scored on 5 dimensions: Factual Accuracy, Intent Resolution, Relevance, Hallucination-Free rate, Tone + Safety. Composite score refreshes per session. Weighted by intent criticality (food safety &gt; recommendation).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322576"/>
            <a:ext cx="411480" cy="4114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34086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5780" y="2734056"/>
            <a:ext cx="0" cy="521208"/>
          </a:xfrm>
          <a:prstGeom prst="line">
            <a:avLst/>
          </a:prstGeom>
          <a:noFill/>
          <a:ln w="12700">
            <a:solidFill>
              <a:srgbClr val="8B707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68680" y="2304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3σ Anomaly Classifier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560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7-day baseline per agent × market × intent. When a metric deviates &gt;3 standard deviations, AgentEval fires a Critical alert within 4 minutes. Root cause label auto-applied: currency bleed, geo-mismatch, taxonomy error, etc.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73552"/>
            <a:ext cx="411480" cy="4114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5780" y="3685032"/>
            <a:ext cx="0" cy="521208"/>
          </a:xfrm>
          <a:prstGeom prst="line">
            <a:avLst/>
          </a:prstGeom>
          <a:noFill/>
          <a:ln w="12700">
            <a:solidFill>
              <a:srgbClr val="8B707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68680" y="3255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Replay + Inspector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511296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session is surfaced with: conversation turn-by-turn, quality scores per exchange, AgentEval failure annotation (shown inline in the message), and 1-click Jira + retrain actions.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411480" cy="4114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2428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5780" y="4636008"/>
            <a:ext cx="0" cy="521208"/>
          </a:xfrm>
          <a:prstGeom prst="line">
            <a:avLst/>
          </a:prstGeom>
          <a:noFill/>
          <a:ln w="12700">
            <a:solidFill>
              <a:srgbClr val="8B707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6868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Runner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46227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dimensions measured per variant — not just conversion. PM sees: "Variant B resolves 13.6% more intents AND hallucinates 11.4% less." Winner badge fires at p &lt; 0.05. 1-click promote to production.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5175504"/>
            <a:ext cx="411480" cy="41148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51937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5157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Verify 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4132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fixes (e.g., context isolation, geo-coord filter) are surfaced with est. impact and sprint cost. Post-deploy: AgentEval auto-runs regression check and marks fix as verified if metric returns to baseline.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6263640"/>
            <a:ext cx="8503920" cy="384048"/>
          </a:xfrm>
          <a:prstGeom prst="rect">
            <a:avLst/>
          </a:prstGeom>
          <a:solidFill>
            <a:srgbClr val="0D0808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2910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Rebuilt 6 siloed ops workflows into unified intelligence layer → TAT 2d→4h, −68% escalation tickets. AgentEval = same architectural principle applied to AI quality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 States — Overview to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57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5D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57400" cy="457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325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Overview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2121408"/>
            <a:ext cx="1828800" cy="2011680"/>
          </a:xfrm>
          <a:prstGeom prst="rect">
            <a:avLst/>
          </a:prstGeom>
          <a:solidFill>
            <a:srgbClr val="1A0F0F"/>
          </a:solidFill>
          <a:ln w="12700">
            <a:solidFill>
              <a:srgbClr val="3315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╔══════════╗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24003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Score: 76.4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290322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🔥 3 Anomalies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Hallucination 18%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34061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Res. 61%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🇩🇪82  🇸🇦79  🇹🇷61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9768" y="4224528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KPIs: avg quality score, hallucination rate, intent resolution, response time. Active anomalies ranked by severity. Quality score breakdown bar chart per agent. Market leaderboard — accountability surface for regional PMs.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1234440"/>
            <a:ext cx="2057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5D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1234440"/>
            <a:ext cx="2057400" cy="457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0" name="Text 18"/>
          <p:cNvSpPr/>
          <p:nvPr/>
        </p:nvSpPr>
        <p:spPr>
          <a:xfrm>
            <a:off x="2624328" y="1325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24328" y="15727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Inspector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24328" y="2121408"/>
            <a:ext cx="1828800" cy="2011680"/>
          </a:xfrm>
          <a:prstGeom prst="rect">
            <a:avLst/>
          </a:prstGeom>
          <a:solidFill>
            <a:srgbClr val="1A0F0F"/>
          </a:solidFill>
          <a:ln w="12700">
            <a:solidFill>
              <a:srgbClr val="3315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1488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╔══════════╗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51760" y="24003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#TK-847291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51760" y="265176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651760" y="290322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AED in TR ctx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51760" y="315468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38% acc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51760" y="34061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91% confidence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51760" y="36576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[Jira] [Retrain]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24328" y="4224528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replay of flagged session. Inline AgentEval annotations on failure turns. Quality scores per dimension. Root cause label with classifier confidence (91%). 1-click Jira bug creation + retrain flag.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234440"/>
            <a:ext cx="2057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5D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234440"/>
            <a:ext cx="2057400" cy="457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1325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15727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Heatmap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18888" y="2121408"/>
            <a:ext cx="1828800" cy="2011680"/>
          </a:xfrm>
          <a:prstGeom prst="rect">
            <a:avLst/>
          </a:prstGeom>
          <a:solidFill>
            <a:srgbClr val="1A0F0F"/>
          </a:solidFill>
          <a:ln w="12700">
            <a:solidFill>
              <a:srgbClr val="33151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1488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╔══════════╗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46320" y="24003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× Market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46320" y="265176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46320" y="290322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Cuisine  DE:4% TR:31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46320" y="315468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DE:3% TR:28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46320" y="34061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ctx isolate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46320" y="36576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−11.4% impact →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18888" y="4224528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by intent × market. Color-coded cells (green &lt;5%, amber 5–15%, red &gt;15%). Click any cell → drill into session batch. Top failure patterns auto-ranked. Recommended fixes with estimated impact and sprint cost.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03720" y="1234440"/>
            <a:ext cx="2057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5D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03720" y="1234440"/>
            <a:ext cx="2057400" cy="457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46" name="Text 44"/>
          <p:cNvSpPr/>
          <p:nvPr/>
        </p:nvSpPr>
        <p:spPr>
          <a:xfrm>
            <a:off x="7013448" y="1325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13448" y="15727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Runner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013448" y="2121408"/>
            <a:ext cx="1828800" cy="2011680"/>
          </a:xfrm>
          <a:prstGeom prst="rect">
            <a:avLst/>
          </a:prstGeom>
          <a:solidFill>
            <a:srgbClr val="1A0F0F"/>
          </a:solidFill>
          <a:ln w="12700">
            <a:solidFill>
              <a:srgbClr val="33151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21488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╔══════════╗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040880" y="24003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EXP-041 v2.1/v2.2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040880" y="265176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040880" y="290322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 +13.6%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040880" y="315468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Hallucin. −11.4%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040880" y="34061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p=0.031 ✓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040880" y="365760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🏆 v2.2 → Prod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013448" y="4224528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quality + conversion metrics per variant. Statistical significance badge (p-value shown). Winner declaration with GMV impact estimate. 1-click promote to production. Queued experiment pipeline.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20040" y="65105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dh-agenteval-prototype.html · All 4 states interactive · Click-based navigation + live heatmap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Ops Intelligence Proof — Applied to AI Quality at DH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347472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527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TEAM / QUALITY OPS IMPACT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4114800" cy="347472"/>
          </a:xfrm>
          <a:prstGeom prst="rect">
            <a:avLst/>
          </a:prstGeom>
          <a:solidFill>
            <a:srgbClr val="2C1A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2527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PRODUCT ROI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114800" cy="1051560"/>
          </a:xfrm>
          <a:prstGeom prst="rect">
            <a:avLst/>
          </a:prstGeom>
          <a:solidFill>
            <a:srgbClr val="1A0F0F"/>
          </a:solidFill>
          <a:ln w="12700">
            <a:solidFill>
              <a:srgbClr val="3315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05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(v2.1 → v2.2)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 fix + AgentEval-guided retraining · Berlin pilot result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14800" cy="1051560"/>
          </a:xfrm>
          <a:prstGeom prst="rect">
            <a:avLst/>
          </a:prstGeom>
          <a:solidFill>
            <a:srgbClr val="1A0F0F"/>
          </a:solidFill>
          <a:ln w="12700">
            <a:solidFill>
              <a:srgbClr val="3315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535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time (vs manual)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3σ classifier fires within 4 minutes of spike vs hours via user complaint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4023360"/>
            <a:ext cx="4114800" cy="1051560"/>
          </a:xfrm>
          <a:prstGeom prst="rect">
            <a:avLst/>
          </a:prstGeom>
          <a:solidFill>
            <a:srgbClr val="1A0F0F"/>
          </a:solidFill>
          <a:ln w="12700">
            <a:solidFill>
              <a:srgbClr val="3315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965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−68%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tickets (PhonePe parallel)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82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intelligence layer replacing silos · Direct architecture carryover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5166360"/>
            <a:ext cx="4114800" cy="1051560"/>
          </a:xfrm>
          <a:prstGeom prst="rect">
            <a:avLst/>
          </a:prstGeom>
          <a:solidFill>
            <a:srgbClr val="1A0F0F"/>
          </a:solidFill>
          <a:ln w="12700">
            <a:solidFill>
              <a:srgbClr val="3315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2395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57200" y="5715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triage time per incident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25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AgentEval classifier + session replay vs 2–3 hour manual investigation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737360"/>
            <a:ext cx="4114800" cy="1051560"/>
          </a:xfrm>
          <a:prstGeom prst="rect">
            <a:avLst/>
          </a:prstGeom>
          <a:solidFill>
            <a:srgbClr val="1F1200"/>
          </a:solidFill>
          <a:ln w="12700">
            <a:solidFill>
              <a:srgbClr val="4A3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8105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+13.6%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484632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resolution rate (v2.2 pilot)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496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+7.3 quality score pts → more intents resolved → higher order conversion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880360"/>
            <a:ext cx="4114800" cy="1051560"/>
          </a:xfrm>
          <a:prstGeom prst="rect">
            <a:avLst/>
          </a:prstGeom>
          <a:solidFill>
            <a:srgbClr val="1F1200"/>
          </a:solidFill>
          <a:ln w="12700">
            <a:solidFill>
              <a:srgbClr val="4A3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9535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846320" y="3429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conversion (Genie A/B winner)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639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€1.8M GMV/month uplift at Berlin scale · Quality improvement = revenue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4023360"/>
            <a:ext cx="4114800" cy="1051560"/>
          </a:xfrm>
          <a:prstGeom prst="rect">
            <a:avLst/>
          </a:prstGeom>
          <a:solidFill>
            <a:srgbClr val="1F1200"/>
          </a:solidFill>
          <a:ln w="12700">
            <a:solidFill>
              <a:srgbClr val="4A3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0965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4846320" y="4572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layer across 12+ agents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782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AgentEval platform vs 12 separate monitoring setups = massive leverage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5166360"/>
            <a:ext cx="4114800" cy="1051560"/>
          </a:xfrm>
          <a:prstGeom prst="rect">
            <a:avLst/>
          </a:prstGeom>
          <a:solidFill>
            <a:srgbClr val="1F1200"/>
          </a:solidFill>
          <a:ln w="12700">
            <a:solidFill>
              <a:srgbClr val="4A33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52395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4846320" y="5715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fix-to-verify cycle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5925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AgentEval guides fix + auto-verifies regression · Previously undefined cycle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6309360"/>
            <a:ext cx="8503920" cy="347472"/>
          </a:xfrm>
          <a:prstGeom prst="rect">
            <a:avLst/>
          </a:prstGeom>
          <a:solidFill>
            <a:srgbClr val="100505"/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336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AgentEval is not overhead — it is the multiplier. Every 1% reduction in hallucination rate in a high-volume agent compounds: more resolved intents → more conversions → more GMV. Quality IS the growth lever.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at PhonePe. Here's the Direct Map.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4206240"/>
          </a:xfrm>
          <a:prstGeom prst="rect">
            <a:avLst/>
          </a:prstGeom>
          <a:solidFill>
            <a:srgbClr val="0D080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34440"/>
            <a:ext cx="4114800" cy="292608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52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shipped at PhonePe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709928"/>
            <a:ext cx="201168" cy="20116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6642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Ops Intelligence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92024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6 siloed ops workflows with single intelligence console. Auto-classification of breach type, severity triage, escalation routing → TAT 2d→4h, −68% escalation tickets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642616"/>
            <a:ext cx="201168" cy="20116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5968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at Scale (350M MAU)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85292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ML model A/B tests (propensity scoring vs manual cohorts) with shared measurement framework → 32% marketing burn reduction, sustained GMV growth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3575304"/>
            <a:ext cx="201168" cy="20116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295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Offers Redesign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78561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offers eligibility surfacing with ML scoring → 22% checkout conversion lift. Quality of recommendation = quality of conversion.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4507992"/>
            <a:ext cx="201168" cy="201168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4622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Marketplace Intelligence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71830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brand self-serve + audience segmentation platform with measurement layer → 500+ partners, 11% YoY revenue, 26% engagement increase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4114800" cy="42062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234440"/>
            <a:ext cx="4114800" cy="292608"/>
          </a:xfrm>
          <a:prstGeom prst="rect">
            <a:avLst/>
          </a:prstGeom>
          <a:solidFill>
            <a:srgbClr val="F59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252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AgentEval at DH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700784"/>
            <a:ext cx="45720" cy="8046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700784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AgentEval Quality Console: unified layer replacing per-team monitoring silos. Same TAT-compression principle applied to AI quality ops.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73168" y="2633472"/>
            <a:ext cx="45720" cy="8046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3347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AgentEval A/B Test Runner: quality score per variant + conversion, shared measurement framework across all 12+ DH agents.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73168" y="3566160"/>
            <a:ext cx="45720" cy="8046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5661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AgentEval 3σ Anomaly Classifier: same anomaly-detection logic that flagged ops breaches now flags hallucination spikes in real time.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73168" y="4498848"/>
            <a:ext cx="45720" cy="8046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449884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AgentEval Session Inspector + root cause label: same "classify breach type" architecture applied to agent failure triage.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5577840"/>
            <a:ext cx="8503920" cy="1005840"/>
          </a:xfrm>
          <a:prstGeom prst="rect">
            <a:avLst/>
          </a:prstGeom>
          <a:solidFill>
            <a:srgbClr val="0D0808"/>
          </a:solidFill>
          <a:ln w="19050">
            <a:solidFill>
              <a:srgbClr val="E200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6509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"AgentEval isn't a new idea — it's the ops intelligence architecture I shipped at PhonePe, translated from human-ops to AI-ops. I know it works because I built the original."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291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Ajay Avaghade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FoodGenie Pilot to Platform for All DH Agents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4251960"/>
          </a:xfrm>
          <a:prstGeom prst="rect">
            <a:avLst/>
          </a:prstGeom>
          <a:solidFill>
            <a:srgbClr val="1A0F0F"/>
          </a:solidFill>
          <a:ln w="25400">
            <a:solidFill>
              <a:srgbClr val="E2001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54864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FoodGenie · Berlin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2377440" cy="0"/>
          </a:xfrm>
          <a:prstGeom prst="line">
            <a:avLst/>
          </a:prstGeom>
          <a:noFill/>
          <a:ln w="10160">
            <a:solidFill>
              <a:srgbClr val="33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AgentEval quality scoring on FoodGenie only. Activate 3σ anomaly detection for hallucination + intent resolution. Ship session inspector and root cause classifier. Run EXP-041 (v2.1 vs v2.2) with AgentEval as measurement layer. Measure: quality score δ, triage time δ vs baseline.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43200" cy="4251960"/>
          </a:xfrm>
          <a:prstGeom prst="rect">
            <a:avLst/>
          </a:prstGeom>
          <a:solidFill>
            <a:srgbClr val="1A0F0F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89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9568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· 5 Markets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258568"/>
            <a:ext cx="2377440" cy="0"/>
          </a:xfrm>
          <a:prstGeom prst="line">
            <a:avLst/>
          </a:prstGeom>
          <a:noFill/>
          <a:ln w="10160">
            <a:solidFill>
              <a:srgbClr val="3315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3317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AgentEval to OrderAgent + SupportBot. Add intent heatmap — cross-agent failure pattern visibility for first time. Launch A/B test runner as self-serve tool for AI PMs. Begin cross-agent quality benchmarking. Target: all active anomalies resolved within 48h of detection.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1280160"/>
            <a:ext cx="2743200" cy="4251960"/>
          </a:xfrm>
          <a:prstGeom prst="rect">
            <a:avLst/>
          </a:prstGeom>
          <a:solidFill>
            <a:srgbClr val="1A0F0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28016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389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9568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12+ Agents · All Markets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258568"/>
            <a:ext cx="2377440" cy="0"/>
          </a:xfrm>
          <a:prstGeom prst="line">
            <a:avLst/>
          </a:prstGeom>
          <a:noFill/>
          <a:ln w="10160">
            <a:solidFill>
              <a:srgbClr val="3315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3317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AgentEval becomes the shared quality layer for every DH AI product. CEO dashboard: global quality score + market rankings. Integrate with model deployment pipeline — no agent ships without AgentEval baseline passing. Platform becomes DH's quality moat.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5669280"/>
            <a:ext cx="8503920" cy="822960"/>
          </a:xfrm>
          <a:prstGeom prst="rect">
            <a:avLst/>
          </a:prstGeom>
          <a:solidFill>
            <a:srgbClr val="1F120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733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ship this: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989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 log access (anonymized)  ·  1 ML engineer (quality scoring + 3σ classifier)  ·  Alignment with AI Platform team + 2 agent PMs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658368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|  avaghadeajay009@gmail.com  |  +91 9561558439  |  linkedin.com/in/ajay-avaghade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2026-05-28T19:57:00Z</dcterms:created>
  <dcterms:modified xsi:type="dcterms:W3CDTF">2026-05-28T19:57:00Z</dcterms:modified>
</cp:coreProperties>
</file>