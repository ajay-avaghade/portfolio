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32B"/>
                </a:solidFill>
              </a:rPr>
              <a:t>ALMOSAFER 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210312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SmartLock: Dynamic Price-Freeze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De-risking purchase decisions to reclaim dropped booking funnels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760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By Ajay Avaghade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4389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5A623"/>
                </a:solidFill>
              </a:rPr>
              <a:t>+22%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120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Checkout conversion lift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High-Consideration Travel Triggers Cart Abandonment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68%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Cart Abandonment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Users drop off to compare prices across aggregators and consult travel companions.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4.8 Hrs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Decision Window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The gap between a user's first high-intent flight search and their eventual booking.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14%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Price Hikes in Window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Average fare spike during the consideration window, driving permanent drop-offs.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8229600" cy="1188720"/>
          </a:xfrm>
          <a:prstGeom prst="rect">
            <a:avLst>
              <a:gd name="adj" fmla="val 6154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377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Insight: Users don't abandon flights because they lose interest; they abandon to manage price risk. By offering a cheap way to freeze prices, Almosafer can capture search intent and lock users into our ecosystem.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Transforming Price Anxiety into Booking Insurance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32B"/>
                </a:solidFill>
              </a:rPr>
              <a:t>❌ Legacy Checkout Funnel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Binary decision: buy now or risk paying more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Artificial urgency prompts erode customer trust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Drop-offs to external price comparison portals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100% loss of abandoned cart transaction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0C224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</a:rPr>
              <a:t>✅ Insured SmartLock Experience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48-hour price guarantee via a micro-lock-fee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Lowers commitment barrier for early researchers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Almosafer covers hikes, user gets savings if drops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Retains intent data, locking users into final booking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3566160"/>
            <a:ext cx="731520" cy="731520"/>
          </a:xfrm>
          <a:prstGeom prst="ellipse">
            <a:avLst/>
          </a:prstGeom>
          <a:solidFill>
            <a:srgbClr val="FF5A0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Automated Hedging &amp; Volatility Scoring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7315200" cy="36576"/>
          </a:xfrm>
          <a:prstGeom prst="rect">
            <a:avLst/>
          </a:prstGeom>
          <a:solidFill>
            <a:srgbClr val="0C224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 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Evaluation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SmartLock Offered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Lock Fee Paid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Secure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1. User searches DXB-RUH flight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2. Volatility API runs ML risk assessment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3. Dynamic lock fee is calculated (e.g. 45 AED)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4. Fee goes to risk pool; fare is locked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5. User returns to complete booking at guaranteed 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Seamless 4-Screen SmartLock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01 — Flight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Rate Freeze Callout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Surfaces SmartLock option directly in flight card results during price volatility alerts.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02 — Freeze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Lock details drawer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Displays a live countdown timer, volatility score, clear refund terms, and pay CTAs.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03 — Fare Secured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Confirmation receipt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Shows confirmation, savings tracking against live fares, and a 1-click booking path.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04 — Risk Controller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Operations control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Empowers ops team to adjust dynamic risk margins and monitor route volatility rates.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Sizable Business Value &amp; Reclaimed Conversions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+22%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Checkout Conversion Lift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Encourages hesitant researchers to enter the checkout flow via low-barrier lock fee.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-40%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 Abandonment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Locks in travel intent, stopping users from shopping around on competing aggregators.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+15%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SmartLock Attach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Adds high-margin ancillary lock fee revenue directly to Almosafer's balance sheet.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77%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 Risk Margin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Priced so total lock fees collected comfortably exceed payouts for fare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MY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PhonePe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Revamped consumer offers discovery &amp; checkout page to drive +22% conversion lift.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Deployed Propensity-to-Transact ML targeting models, reducing marketing burn by 32%.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Designed and scaled merchant PG self-serve integration platforms, acquiring 5000+ online/offline merchants.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ALMOSAFER MATCH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32B"/>
                </a:solidFill>
              </a:rPr>
              <a:t>Why I fit this PM role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Proven capability of leveraging dynamic data/ML algorithms to steer consumer transactions.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Strong background in building merchant/API integrations, aligning with travel vendor connectivity.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Data-first analytical approach to balance risk margins against customer conversions.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1280160"/>
          </a:xfrm>
          <a:prstGeom prst="rect">
            <a:avLst>
              <a:gd name="adj" fmla="val 5714"/>
            </a:avLst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"Dynamic price risk shielding provides a powerful value proposition: turning conversion anxiety into highly profitable, risk-managed booking commitments."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SmartLock Phased Rollout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1: Model Training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Ingest 12 months of historical DXB-RUH route pricing to construct volatility forecasting baselines.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2: Alpha 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Launch rate lock to 5% of web and native app traffic on high-volume regional flights to test fee elasticity.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3: Full 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Roll out globally across all airline integrations, extending engine to hotel bookings.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>
              <a:gd name="adj" fmla="val 6667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A00"/>
                </a:solidFill>
              </a:rPr>
              <a:t>What I Need: A 20-minute chat to discuss Almosafer's checkout optimization roadmap.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2A5"/>
                </a:solidFill>
              </a:rPr>
              <a:t>Ajay Avaghade | avaghadeajay009@gmail.com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2026-06-12T14:08:24Z</dcterms:created>
  <dcterms:modified xsi:type="dcterms:W3CDTF">2026-06-12T14:08:24Z</dcterms:modified>
</cp:coreProperties>
</file>