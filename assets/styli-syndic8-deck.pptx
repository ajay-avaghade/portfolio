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Syndic8 Engine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Cross-Channel Listing &amp; SKU Syndication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STYLI | MaaS Initiative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Syndication Bottleneck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seller experience limits STYLI's multi-channel velocity: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Taxonomy Mapping: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Sellers must manually translate STYLI attributes to Noon &amp; Amazon schemas.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Rejection Rates: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Missing mandatory fields (e.g., HSN codes) cause metadata failures.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Slow Time-to-Live (TTL):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Takes 48+ hours to launch a new collection across all external channels.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Solution: Syndic8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centralized API hub that maps, transforms, and syndicates listings autonomously.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Connect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 inputs STYLI SKU data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AI Transform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 maps STYLI attributes to channel taxonomies.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Syndicate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Parallel API push to Noon, Amazon &amp; Namshi.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Taxonomy Mapping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Automatically translates STYLI "Material" to Amazon "FabricType". Zero manual entry required.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Idempotent Retries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an API rate limit is hit, the engine queues and safely retries the push without duplicating listings.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Pre-flight Validation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Checks for missing mandatory fields before pushing to Noon, dropping rejection rates to &lt;1%.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Unified Channel Health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dashboard showing API uptime, live listings, and pending QC per channel.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Proven Parallel: PhonePe B2B Growth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I solved a similar operational bottleneck for 5,000+ merchants: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discount operations required manual backend mapping, causing a 48-hour Time-to-Market for promotions.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Impact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Rebuilt the rules engine to automate backend validation. Reduced offer Turnaround Time from 2 days to just 30 minutes.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High-Level Syndication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STYLI PIM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8880" y="2286000"/>
            <a:ext cx="7315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371600"/>
            <a:ext cx="2377440" cy="22860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01168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Syndic8 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Transformer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Validator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Feed Queue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73152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2423160"/>
            <a:ext cx="73152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3474720"/>
            <a:ext cx="73152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005840"/>
            <a:ext cx="18288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280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API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2103120"/>
            <a:ext cx="18288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377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Noon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3200400"/>
            <a:ext cx="18288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Namshi Feed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Metrics (MaaS OKRs)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Reduction in Time-to-List (TTL)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Rejection / Defect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Multi-Channel Sync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Ajay Avaghade | Product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avaghadeajay009@gmail.com | linkedin.com/in/ajay-avaghade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2026-06-14T06:57:48Z</dcterms:created>
  <dcterms:modified xsi:type="dcterms:W3CDTF">2026-06-14T06:57:48Z</dcterms:modified>
</cp:coreProperties>
</file>