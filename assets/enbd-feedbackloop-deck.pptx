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78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30632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0"/>
            <a:ext cx="23774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0"/>
            <a:ext cx="16916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0"/>
            <a:ext cx="10058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0"/>
            <a:ext cx="3200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8AF5"/>
                </a:solidFill>
              </a:rPr>
              <a:t>EMIRATES NBD × VIRTUSA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8686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8FAFF"/>
                </a:solidFill>
              </a:rPr>
              <a:t>ENBD FeedbackLoop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57200" y="1627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A8BAA"/>
                </a:solidFill>
              </a:rPr>
              <a:t>Branch Service Quality Intelligence Platform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084832"/>
            <a:ext cx="2194560" cy="45720"/>
          </a:xfrm>
          <a:prstGeom prst="rect">
            <a:avLst/>
          </a:prstGeom>
          <a:solidFill>
            <a:srgbClr val="5B8AF5"/>
          </a:solidFill>
          <a:ln w="12700">
            <a:solidFill>
              <a:srgbClr val="5B8A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BAA"/>
                </a:solidFill>
              </a:rPr>
              <a:t>Presented by Ajay Avaghade · Service Product Owner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108960"/>
            <a:ext cx="2286000" cy="1645920"/>
          </a:xfrm>
          <a:prstGeom prst="rect">
            <a:avLst>
              <a:gd name="adj" fmla="val 6667"/>
            </a:avLst>
          </a:prstGeom>
          <a:solidFill>
            <a:srgbClr val="0A1224"/>
          </a:solidFill>
          <a:ln w="12700">
            <a:solidFill>
              <a:srgbClr val="5B8A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8AF5"/>
                </a:solidFill>
              </a:rPr>
              <a:t>+18pt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583680" y="3749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F"/>
                </a:solidFill>
              </a:rPr>
              <a:t>NPS Uplift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39867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from anomaly detection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NLP Analytics · Anomaly Detection · Jira Backlog Engine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8AF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F"/>
                </a:solidFill>
              </a:rPr>
              <a:t>ENBD Collects Customer Feedback. It Doesn't Act on It Fast Enough.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377440"/>
          </a:xfrm>
          <a:prstGeom prst="rect">
            <a:avLst>
              <a:gd name="adj" fmla="val 3846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AF5"/>
                </a:solidFill>
              </a:rPr>
              <a:t>67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Network NPS — not bad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But Al Barsha is at 41. Nobody knew until complaints hit a VP.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2377440"/>
          </a:xfrm>
          <a:prstGeom prst="rect">
            <a:avLst>
              <a:gd name="adj" fmla="val 3846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🗓️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AF5"/>
                </a:solidFill>
              </a:rPr>
              <a:t>3–4 wks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Lag from feedback to fix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761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Verbatims sit in quarterly Excel exports, never actioned in-cycle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377440"/>
          </a:xfrm>
          <a:prstGeom prst="rect">
            <a:avLst>
              <a:gd name="adj" fmla="val 3846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AF5"/>
                </a:solidFill>
              </a:rPr>
              <a:t>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Feedback → Backlog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761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No systematic path from customer verbatim to product/ops fix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22960"/>
          </a:xfrm>
          <a:prstGeom prst="rect">
            <a:avLst>
              <a:gd name="adj" fmla="val 8889"/>
            </a:avLst>
          </a:prstGeom>
          <a:solidFill>
            <a:srgbClr val="1E2D4E"/>
          </a:solidFill>
          <a:ln w="12700">
            <a:solidFill>
              <a:srgbClr val="5B8AF5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BAA"/>
                </a:solidFill>
              </a:rPr>
              <a:t>Root cause: Feedback is collected but siloed — NPS scores in one system, verbatims in another, no NLP tagging, no anomaly alerting, no auto-generated backlog. The gap between "customer complaint" and "Jira ticket" is measured in weeks, not hours.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1B3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1B35"/>
                </a:solidFill>
              </a:rPr>
              <a:t>Every Customer Complaint Is a Backlog Item in Disguise. Connect Them.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657600" cy="3017520"/>
          </a:xfrm>
          <a:prstGeom prst="rect">
            <a:avLst>
              <a:gd name="adj" fmla="val 3030"/>
            </a:avLst>
          </a:prstGeom>
          <a:solidFill>
            <a:srgbClr val="FFF0F0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</a:rPr>
              <a:t>❌  Today (Disconnected)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847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Survey results exported to Excel quarterly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Verbatims read manually by branch ops team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05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No NLP tagging — patterns invisible at scale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NPS drop at Al Barsha unknown for 4 weeks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No link between feedback and backlog tickets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Fix cycle: 3–4 weeks from complaint to 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468880"/>
            <a:ext cx="731520" cy="731520"/>
          </a:xfrm>
          <a:prstGeom prst="ellipse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4871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325880"/>
            <a:ext cx="3703320" cy="3017520"/>
          </a:xfrm>
          <a:prstGeom prst="rect">
            <a:avLst>
              <a:gd name="adj" fmla="val 3030"/>
            </a:avLst>
          </a:prstGeom>
          <a:solidFill>
            <a:srgbClr val="F0F3FF"/>
          </a:solidFill>
          <a:ln w="12700">
            <a:solidFill>
              <a:srgbClr val="5B8AF5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52CC"/>
                </a:solidFill>
              </a:rPr>
              <a:t>✅  FeedbackLoop (Proposed)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1847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Real-time NPS + verbatim ingestion after every visit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2176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NLP auto-tags verbatims into 12 service themes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2505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Anomaly detection: NPS drop &gt;0.5pt triggers instant alert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Root cause AI identifies top 3 drivers within 24h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3163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Auto-generates prioritised backlog with Jira integration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3493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Fix cycle: hours from alert to ticket creation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502920"/>
          </a:xfrm>
          <a:prstGeom prst="rect">
            <a:avLst>
              <a:gd name="adj" fmla="val 14545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988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AF5"/>
                </a:solidFill>
              </a:rPr>
              <a:t>Key insight: The Al Barsha NPS drop (4.2→2.8) had three root causes: outdated KYC template, staff shortfall, and fee communication gap. All three were detectable in the verbatim data. FeedbackLoop would have flagged this in 24 hours, not 4 weeks.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8AF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F"/>
                </a:solidFill>
              </a:rPr>
              <a:t>How FeedbackLoop Works: Collect → Tag → Detect → Root-Cause → Backlog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417320"/>
            <a:ext cx="548640" cy="548640"/>
          </a:xfrm>
          <a:prstGeom prst="ellipse">
            <a:avLst/>
          </a:prstGeom>
          <a:solidFill>
            <a:srgbClr val="5B8AF5"/>
          </a:solidFill>
          <a:ln w="12700">
            <a:solidFill>
              <a:srgbClr val="5B8A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Auto Survey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Trigger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15 min post-visit, automated NPS survey sent via ENBD X app or SMS. Response linked to branch, service type, and token number.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8AF5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05456" y="1417320"/>
            <a:ext cx="548640" cy="548640"/>
          </a:xfrm>
          <a:prstGeom prst="ellipse">
            <a:avLst/>
          </a:prstGeom>
          <a:solidFill>
            <a:srgbClr val="5B8AF5"/>
          </a:solidFill>
          <a:ln w="12700">
            <a:solidFill>
              <a:srgbClr val="5B8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93392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NLP Tag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84832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Verbatim responses tagged across 12 themes (wait time, staff helpfulness, document clarity, fee transparency, etc.) in real time.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8AF5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12464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4528" y="1417320"/>
            <a:ext cx="548640" cy="548640"/>
          </a:xfrm>
          <a:prstGeom prst="ellipse">
            <a:avLst/>
          </a:prstGeom>
          <a:solidFill>
            <a:srgbClr val="5B8AF5"/>
          </a:solidFill>
          <a:ln w="12700">
            <a:solidFill>
              <a:srgbClr val="5B8A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12464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Anomaly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03904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Sliding 7-day NPS window per branch × service type. Alert fires when branch drops &gt;0.5pt below 7-day baseline. Email + Slack notify.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85232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8AF5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31536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417320"/>
            <a:ext cx="548640" cy="548640"/>
          </a:xfrm>
          <a:prstGeom prst="ellipse">
            <a:avLst/>
          </a:prstGeom>
          <a:solidFill>
            <a:srgbClr val="5B8AF5"/>
          </a:solidFill>
          <a:ln w="12700">
            <a:solidFill>
              <a:srgbClr val="5B8A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31536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Root Cause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AI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22976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AI correlates NPS drop with verbatim tag spikes, staffing data, and ops events. Generates 3 ranked root causes within 24h of alert.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04304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8AF5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50608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62672" y="1417320"/>
            <a:ext cx="548640" cy="548640"/>
          </a:xfrm>
          <a:prstGeom prst="ellipse">
            <a:avLst/>
          </a:prstGeom>
          <a:solidFill>
            <a:srgbClr val="5B8AF5"/>
          </a:solidFill>
          <a:ln w="12700">
            <a:solidFill>
              <a:srgbClr val="5B8A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0608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Backlog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Generation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42048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Each root cause maps to a backlog item with impact score. RM or Branch Manager creates Jira ticket with one click. SLA auto-set.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274320"/>
          </a:xfrm>
          <a:prstGeom prst="rect">
            <a:avLst>
              <a:gd name="adj" fmla="val 20000"/>
            </a:avLst>
          </a:prstGeom>
          <a:solidFill>
            <a:srgbClr val="1E2D4E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00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Proof: Same fragmented→unified ops intelligence architecture as PhonePe ops layer — 6 siloed workflows → unified real-time layer (TAT 2 days → 4 hours)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1B3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35"/>
                </a:solidFill>
              </a:rPr>
              <a:t>4 Web Dashboard Panels — Built as Interactive Prototype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8AF5"/>
                </a:solidFill>
              </a:rPr>
              <a:t>P1 — NPS Overview Dashboard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NPS Network: 67 ↑+4pt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🟢 JBR       82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🟢 DIFC      78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Al Barsha 41 ⚠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Network NPS 67 with branch ranking. Al Barsha flagged red. Category breakdown by service type.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2316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8AF5"/>
                </a:solidFill>
              </a:rPr>
              <a:t>P2 — NLP Tag Analytics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3288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Helpful staff    487 ↑12%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Fast resolution  312 ↑7%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Long wait        274 ↑31%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Unclear loan docs 118 ↑44%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1460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Top themes ranked by volume + trend. Alert: "Unclear loan docs" up 44%. Verbatim explorer with filters.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8AF5"/>
                </a:solidFill>
              </a:rPr>
              <a:t>P3 — Anomaly Alert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8172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🚨 ALERT: Al Barsha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Loan: 4.2 → 2.8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 KYC docs outdated (57%)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 Staffing shortfall (29%)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6344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Auto-detected NPS drop: Al Barsha Home Loan 4.2→2.8. AI root cause analysis: 3 issues ranked by volume.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2084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8AF5"/>
                </a:solidFill>
              </a:rPr>
              <a:t>P4 — Backlog Feed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3056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ENBD-1847: KYC docs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Fee schedule update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🟡 ENBD-1849: Staffing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🔵 + Create Jira ×3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1228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3 Critical + 7 High items auto-generated. Jira integration. Impact score ranking. One-click ticket creation.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8AF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F"/>
                </a:solidFill>
              </a:rPr>
              <a:t>Projected Impact — Closing the Feedback-to-Fix Gap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383280"/>
          </a:xfrm>
          <a:prstGeom prst="rect">
            <a:avLst>
              <a:gd name="adj" fmla="val 2703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8AF5"/>
                </a:solidFill>
              </a:rPr>
              <a:t>SERVICE QUALITY IMPACT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AF5"/>
                </a:solidFill>
              </a:rPr>
              <a:t>24h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Anomaly detection latency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vs 4 weeks for Excel-based monthly NPS review today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AF5"/>
                </a:solidFill>
              </a:rPr>
              <a:t>+18pt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NPS uplift from fast fixes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Al Barsha type incidents resolved before they escalate to VP level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1455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AF5"/>
                </a:solidFill>
              </a:rPr>
              <a:t>−82%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Fix cycle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02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3–4 weeks → 48h from verbatim to Jira ticket to resolution plan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AF5"/>
                </a:solidFill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Verbatim-to-backlog coverage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Every negative theme auto-generates a candidate backlog item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3931920" cy="3383280"/>
          </a:xfrm>
          <a:prstGeom prst="rect">
            <a:avLst>
              <a:gd name="adj" fmla="val 2703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3"/>
                </a:solidFill>
              </a:rPr>
              <a:t>EMIRATES NBD BUSINESS ROI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AED 2.8M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8348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Prevented revenue loss per incident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2128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Each Al Barsha-type NPS crisis affects ~3,000 customers and attrition risk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34%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8348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Reduction in repeat complaints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907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Root cause resolution vs symptomatic band-aids — PhonePe ops proof point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31455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4 hours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83480" y="3419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Sprint-ready backlog from incident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602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Virtusa Agile cadence: FeedbackLoop alert → sprint ticket in one morning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3×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983480" y="4114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ROI on deployment cost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297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One prevented VP escalation covers 6 months of platform running cost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292608"/>
          </a:xfrm>
          <a:prstGeom prst="rect">
            <a:avLst>
              <a:gd name="adj" fmla="val 18750"/>
            </a:avLst>
          </a:prstGeom>
          <a:solidFill>
            <a:srgbClr val="1E2D4E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00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The Al Barsha scenario in this prototype was undetected for 4 weeks. With FeedbackLoop, it would have fired an alert in 24 hours — and three Jira tickets in 4 hours.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1B3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1B35"/>
                </a:solidFill>
              </a:rPr>
              <a:t>I Replaced 6 Fragmented Workflows With One Unified Layer. Same Pattern Here.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8AF5"/>
                </a:solidFill>
              </a:rPr>
              <a:t>WHAT I SHIPPED 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Replaced 6 siloed analyst workflows with unified ops intelligence 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1396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Each workflow had its own data source, process, and escalation path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Built KPI instrumentation BEFORE the product — same approach here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Result: TAT 2 days → 4 hours, −68% escalation tickets within 60 days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3467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Designed real-time breach alerting + ops console for live monitoring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Cross-functional delivery: Tech, DS, Ops, Compliance, Finance stakeholders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EAF0FF"/>
          </a:solidFill>
          <a:ln w="12700">
            <a:solidFill>
              <a:srgbClr val="5B8AF5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8AF5"/>
                </a:solidFill>
              </a:rPr>
              <a:t>HOW IT MAPS TO FEEDBACKLOOP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6 siloed feedback systems → one FeedbackLoop intelligence layer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21396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Each system (NPS, verbatim, ops, HR) feeds into one unified model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3480" y="25420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KPIs set before build: detection latency, fix cycle, backlog coverage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2944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4 weeks → 24h detection; 3 weeks → 48h fix cycle (same improvement class)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33467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Anomaly alert = ops breach alert (same threshold-trigger architecture)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3749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Virtusa: I own PM delivery + stakeholder co-design with ENBD Quality team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8229600" cy="347472"/>
          </a:xfrm>
          <a:prstGeom prst="rect">
            <a:avLst>
              <a:gd name="adj" fmla="val 21053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8AF5"/>
                </a:solidFill>
              </a:rPr>
              <a:t>"At PhonePe I unified 6 fragmented workflows into one intelligence layer. FeedbackLoop does the same for ENBD's disconnected NPS, verbatim, and ops data silos."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8AF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F"/>
                </a:solidFill>
              </a:rPr>
              <a:t>3-Phase Delivery — Virtusa Agile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97480" cy="3154680"/>
          </a:xfrm>
          <a:prstGeom prst="rect">
            <a:avLst>
              <a:gd name="adj" fmla="val 3390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697480" cy="502920"/>
          </a:xfrm>
          <a:prstGeom prst="rect">
            <a:avLst>
              <a:gd name="adj" fmla="val 18182"/>
            </a:avLst>
          </a:prstGeom>
          <a:solidFill>
            <a:srgbClr val="5B8A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F"/>
                </a:solidFill>
              </a:rPr>
              <a:t>Phase 1 · Month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</a:rPr>
              <a:t>Pilot — 5 Branches + NLP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Wire NPS survey trigger to ENBD X app (post-visit automation)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3408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Deploy NLP tagging engine across 12 service themes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852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Build anomaly detection: 7-day sliding window per branch × service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Pilot: DIFC, Downtown, JBR, Al Barsha, Deira — measure detection speed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27248" y="1188720"/>
            <a:ext cx="2697480" cy="3154680"/>
          </a:xfrm>
          <a:prstGeom prst="rect">
            <a:avLst>
              <a:gd name="adj" fmla="val 3390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1188720"/>
            <a:ext cx="2697480" cy="502920"/>
          </a:xfrm>
          <a:prstGeom prst="rect">
            <a:avLst>
              <a:gd name="adj" fmla="val 18182"/>
            </a:avLst>
          </a:prstGeom>
          <a:solidFill>
            <a:srgbClr val="0095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23444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Phase 2 · Month 3–4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18688" y="14173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5"/>
                </a:solidFill>
              </a:rPr>
              <a:t>Root Cause AI + Jira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36976" y="1828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Launch AI root cause correlation (verbatim + ops + staffing data)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36976" y="23408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Jira integration: backlog auto-population with 1-click ticket creation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6976" y="2852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Connect FeedbackLoop to BranchIQ: queue wait = NPS predictor signal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36976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Branch Manager dashboard live — weekly sprint review with ENBD Quality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0176" y="1188720"/>
            <a:ext cx="2697480" cy="3154680"/>
          </a:xfrm>
          <a:prstGeom prst="rect">
            <a:avLst>
              <a:gd name="adj" fmla="val 3390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0176" y="1188720"/>
            <a:ext cx="2697480" cy="502920"/>
          </a:xfrm>
          <a:prstGeom prst="rect">
            <a:avLst>
              <a:gd name="adj" fmla="val 18182"/>
            </a:avLst>
          </a:prstGeom>
          <a:solidFill>
            <a:srgbClr val="D4A8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123444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Phase 3 · Month 5–6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71616" y="14173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5"/>
                </a:solidFill>
              </a:rPr>
              <a:t>Network-Wide + Closed Loop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9904" y="1828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Full network rollout — all Emirates NBD UAE branches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9904" y="23408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Closed-loop tracking: ticket created → fix deployed → NPS re-measured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9904" y="2852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AdvisorPulse integration: poor RM visit NPS → RM coaching queue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9904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Target: −82% fix cycle, +18pt NPS uplift, 24h anomaly detection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453128"/>
            <a:ext cx="8412480" cy="502920"/>
          </a:xfrm>
          <a:prstGeom prst="rect">
            <a:avLst>
              <a:gd name="adj" fmla="val 14545"/>
            </a:avLst>
          </a:prstGeom>
          <a:solidFill>
            <a:srgbClr val="1E2D4E"/>
          </a:solidFill>
          <a:ln w="12700">
            <a:solidFill>
              <a:srgbClr val="5B8AF5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507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AF5"/>
                </a:solidFill>
              </a:rPr>
              <a:t>What I need:  NPS survey data API  ·  Branch ops data (queue, staffing) for correlation  ·  1 NLP engineer  ·  Jira API access  ·  ENBD Branch Quality team as design partners  ·  Virtusa Agile sprint cadence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Ajay Avaghade  |  avaghadeajay009@gmail.com  |  +91 9561558439  |  Planning UAE relocation Q2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2026-05-26T20:36:38Z</dcterms:created>
  <dcterms:modified xsi:type="dcterms:W3CDTF">2026-05-26T20:36:38Z</dcterms:modified>
</cp:coreProperties>
</file>