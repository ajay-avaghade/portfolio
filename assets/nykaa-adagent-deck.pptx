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</a:rPr>
              <a:t>NYKAA SUPERSTORE — B2B SELLER 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AdAgent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</a:rPr>
              <a:t>Agentic AI That Plans, Launches &amp; Optimises Seller Campaigns — End to End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AD0"/>
                </a:solidFill>
              </a:rPr>
              <a:t>Presented by Ajay Avaghade · Growth &amp; Monetization PM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60%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C0F0"/>
                </a:solidFill>
              </a:rPr>
              <a:t>of sellers 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C0F0"/>
                </a:solidFill>
              </a:rPr>
              <a:t>never run an 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Most Nykaa Sellers Leave Ad Revenue on the Table — Because Running Ads Requires Expertise They Don't Have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60%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Sellers never ran an 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Ad Manager requires keyword research, bid calibration, creative testing — skills most small sellers don't have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4+ hrs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Manual ad management weekly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Sellers who do run ads spend 4+ hours/week on campaign tweaks, report reading, and budget adjustments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1.8×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ROAS gap: experts vs. novices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Expert-managed campaigns outperform self-run by 1.8× — same budget, same catalog, just better execution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The gap isn't budget — it's execution capability. A seller with ₹5,000/week can achieve 3.5× ROAS if the campaign is set up correctly. Most never get there because nobody guides the setup.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A30"/>
                </a:solidFill>
              </a:rPr>
              <a:t>Sellers Don't Want to Learn Ad Management. They Want Sales. Give Them an Agent That Does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❌  Self-Serve Ad Manager (Current)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Keyword research — 1 hour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Bid calibration — guesswork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Creative selection — manual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Campaign monitoring — daily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Result: 60% never start, 30% give up in week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✅  AdAgent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Seller states goal: "Maximize sales for Vitamin C Serum"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Agent analyzes catalog + competition in 90 seconds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Agent selects keywords, generates creatives, sets bids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Campaign live in 3 minutes, optimised every 6 hours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Seller gets weekly: "You earned ₹74,400. Here's what worked."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The bottleneck is not knowledge — it's time and confidence. An agentic layer that handles the entire execution chain (with the seller only setting the goal) unlocks the 60% who have never run a single ad.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Goal → Agent → Campaign → Optimize → Report: The Full Agentic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Goal 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0"/>
                </a:solidFill>
              </a:rPr>
              <a:t>Seller selects SKU + campaign goal (Maximize Sales / Maximize Visibility / Defend Rank). Sets weekly budget. One screen, 60 seconds.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Catalog &amp; Competitor Analysis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0"/>
                </a:solidFill>
              </a:rPr>
              <a:t>Agent reads SKU metadata, category search trends, top competitor keywords, and historical brand performance. Builds a targeting brief automatically.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Keyword + Creative + Bid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0"/>
                </a:solidFill>
              </a:rPr>
              <a:t>Agent selects 15–30 keywords, generates 3 ad creative variants, sets opening bids using category benchmarks. Presents a plan for seller review (optional).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Live Optimization Loop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0"/>
                </a:solidFill>
              </a:rPr>
              <a:t>Every 6 hours: pause underperforming keywords, shift budget to top performers, rotate creatives. All decisions logged in plain language for seller transparency.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Weekly Plain-Language Report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0"/>
                </a:solidFill>
              </a:rPr>
              <a:t>"Your Vitamin C Serum earned ₹74,400 this week. Best-performing creative was the before/after image. Suggestion: increase budget 20% — I'll handle the rest."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1A1430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PhonePe Proof: Led deployment of Propensity-to-Transact ML models replacing ₹1,000+ Cr/yr of static targeting — same agentic pattern: input (user signal) → autonomous execution (scoring + campaign selection) → outcome (32% burn reduction).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A30"/>
                </a:solidFill>
              </a:rPr>
              <a:t>4 Key Screen States — The Full Agent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Goal Setup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Mamaearth Vit C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[Maximize Sales]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Budget: ₹5,500/wk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"I will select top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keywords, generate 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creative variants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optimise every 6 hrs"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Launch AdAgent 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SKU selector, goal picker, budget slider. AI note previews what the agent will do. One screen, 60 seconds to launch.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Agent Running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◉ 80% Complete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Catalog analyzed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Keywords selected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Creatives generated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🔄 Setting bids...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⬜ Launching...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Est. live in 45 sec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5-step progress ring: catalog ✓ keywords ✓ creatives ✓ bids 🔄 launch ⬜. Real-time transparency into agent execution.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Live Campaign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₹42,800 attributed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3.8× ROAS · 48K impr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Agent log: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Bid +12% on "vit c"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Paused "face serum"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🔄 Rotated to creative 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Spend: ₹11,200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₹42,800 attributed sales, 3.8× ROAS, agent optimization log showing decisions made in the last 6 hours.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Weekly Report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Week 3 Summary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₹74,400 total sales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 orders · 3.6× ROAS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Recommendations: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Budget +20% → +₹14K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New keyword: "glow"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Accept All 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₹74,400 sales summary in plain language. 2 agent recommendations with estimated impact. One-tap "Accept All".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Live prototype: nykaa-adagent-prototype.html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Projected Impact — Anchored in PhonePe ML Targeting &amp; Campaign Management Proof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5CF6"/>
                </a:solidFill>
              </a:rPr>
              <a:t>SELLER IMPACT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5CF6"/>
                </a:solidFill>
              </a:rPr>
              <a:t>NYKAA PLATFORM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↑ 2.1×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ROAS for first-time advertisers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↓ 97%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Setup time (3 min vs 4 hrs)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+60%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Sellers activating ads for first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↑ 34%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GMV attributed to ads (per seller)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↑ 40%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 revenue per active seller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₹0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Incremental human ops cost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3.8×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Platform ROAS on managed campaigns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↑ 25%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 platform DAU (sellers logging in)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Each new seller that AdAgent activates on ads is incremental ad revenue at near-zero marginal cost — the agent replaces a human account manager. At 10,000 newly activated sellers spending ₹5,000/week: ₹50 Cr/week in managed ad spend.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30"/>
                </a:solidFill>
              </a:rPr>
              <a:t>I Built This. Here's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0D0A1A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What I Built at PhonePe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Led Propensity-to-Transact ML deployment replacing ₹1,000+ Cr/yr static targeting — same autonomous execution pattern as AdAgent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Rebuilt ₹100 Cr/yr rewards portfolio into ML-driven marketplace with audience segmentation + self-serve brand campaign tooling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Owned full DS collaboration cycle: feature engineering → model → production rollout → monitoring (32% marketing burn reduction)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Built dynamic cart incentivization engine using context signals (cart value × intent × time) → 35% AOV uplift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A/B tested 6 campaign variants in parallel — same experimentation discipline as AdAgent creative rotation 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How It Maps to This JD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Propensity-to-Transact 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AdAgent keyword + bid selection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ML-driven offer marketplace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AdAgent creative optimisation loop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DS product collaboration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AdAgent ML model scoping &amp; production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A/B experimentation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AdAgent creative variant rotation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Self-serve brand tooling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AdAgent goal-input + report UX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"AdAgent is the same autonomous signal-to-action loop I shipped at PhonePe at 350M MAU — adapted for Nykaa's seller activation problem."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Phased Rollout — Closed Beta → Optimize →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Month 1–2: Closed Beta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Deploy AdAgent to 500 sellers who have never run an ad. Measure: campaign activation rate, ROAS vs. self-managed control, seller session time reduction. Target: 40% activation.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Month 3–4: Optimization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Activate 6-hour optimization cycle. A/B test 3 creative strategies per SKU category. Tune keyword selection model on first 500-seller dataset. Launch weekly report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1A143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Month 5–6: Full Rollout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0"/>
                </a:solidFill>
              </a:rPr>
              <a:t>Roll out to all sellers. Integrate AdAgent entry point into onboarding flow (day 7 nudge). Launch "AdAgent Managed" badge for top-performing sellers on PDP.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1A143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What I need to build this: Category keyword index + historical campaign data · 2 ML engineers (keyword model + bid optimizer) · 1 NLP engineer (creative generation) · Seller UX designer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2026-05-24T14:06:33Z</dcterms:created>
  <dcterms:modified xsi:type="dcterms:W3CDTF">2026-05-24T14:06:33Z</dcterms:modified>
</cp:coreProperties>
</file>