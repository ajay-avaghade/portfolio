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ReconHub Engine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0A5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Multi-Channel Payout &amp; Dispute Reconciliation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Prepared for STYLI | MaaS Initiative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Reconciliation Nightmare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Sellers lose significant revenue to untracked channel fees: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Complex Fee Structures: </a:t>
            </a:r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Amazon and Noon have different category fees, making manual audits impossible.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Lost Disputes: </a:t>
            </a:r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Missing the 14-day window to contest incorrect dimension fees or damaged returns.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Blind Payouts: </a:t>
            </a:r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Finance teams cannot accurately attribute STYLI net revenue per external channel.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Solution: ReconHub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0A5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unified financial ledger that automatically audits marketplace payouts.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286000" cy="182880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0312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Ingest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API fetch of Amazon/Noon settlement reports.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926080" y="2560320"/>
            <a:ext cx="548640" cy="365760"/>
          </a:xfrm>
          <a:prstGeom prst="rightArrow">
            <a:avLst/>
          </a:prstGeom>
          <a:solidFill>
            <a:srgbClr val="60A5FA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0" y="1828800"/>
            <a:ext cx="2286000" cy="182880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210312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Parse &amp; Match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840480" y="256032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Compare actual deductions vs STYLI expected fees.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26480" y="2560320"/>
            <a:ext cx="548640" cy="365760"/>
          </a:xfrm>
          <a:prstGeom prst="rightArrow">
            <a:avLst/>
          </a:prstGeom>
          <a:solidFill>
            <a:srgbClr val="60A5FA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0" y="1828800"/>
            <a:ext cx="2286000" cy="182880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210312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Dispute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040880" y="256032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Auto-generate evidence for fee mismatch disputes.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Key Capabilities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Automated Discrepancy Audits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Instantly flags when a channel charges a 12% "Jewelry" fee on an 8% "Apparel" item.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0" y="13716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One-Click Disputes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0" y="18288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Aggregates PIM category logs as evidence to auto-file disputes via Seller API.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SLA Monitoring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Tracks external marketplace payout delays and flags breaches in terms of service.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32004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Unified Ledger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29200" y="36576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Provides STYLI Finance with a consolidated view of gross GMV vs Net Channel Payout.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Proven Parallel: PhonePe B2B Reconciliation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0A5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Managing ₹100 Cr/yr third-party reward budgets: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840480" cy="2286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Challenge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Reconciling complex marketing budgets, commission payouts, and discount attribution across 500+ brand partners.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846320" y="1828800"/>
            <a:ext cx="3840480" cy="2286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201168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Impact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0" y="256032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Engineered a self-serve financial dashboard for brands, ensuring 100% accurate dispute resolution and zero revenue leakage.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Success Metrics (MaaS OKRs)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100%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Payout Reconciliation Accuracy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0" y="18288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+12%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3657600" y="29260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Dispute Recovery Win Rate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0" y="18288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60A5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 Hrs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6400800" y="29260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Saved Daily per Ops Resource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0A5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Ajay Avaghade | Product Manager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avaghadeajay009@gmail.com | linkedin.com/in/ajay-avaghade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2026-06-14T06:57:48Z</dcterms:created>
  <dcterms:modified xsi:type="dcterms:W3CDTF">2026-06-14T06:57:48Z</dcterms:modified>
</cp:coreProperties>
</file>