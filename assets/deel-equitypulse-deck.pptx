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C9A7"/>
                </a:solidFill>
              </a:rPr>
              <a:t>DEEL · EQUITY PRODUCT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EquityPulse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</a:rPr>
              <a:t>AI-Powered Equity Event Orchestration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Zero-touch vesting → compliance → payroll automation across 150+ countries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Presented by Ajay Avaghade · Senior PM, Equity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00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ops cost saved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per vesting event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EquityPulse ·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4919472"/>
            <a:ext cx="37490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C9A7"/>
                </a:solidFill>
              </a:rPr>
              <a:t>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Global Equity Is 80% Manual Ops — And It Breaks At Scale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days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Manual TAT per vesting event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Research + withholding calc + payroll entry + filing + notifications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Country rule sets to track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Each with unique withholding rates, filing deadlines, and language requirements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Ops cost per event (manual)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Compliance analyst time + error correction + delayed payroll processing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Root cause: Every vesting event in a global company triggers a cascade of country-specific actions. Today, each one is touched by a human. One company with 500 employees vesting across 20 countries generates 500+ manual compliance touches per quarter — with a 4.2% error rate that creates legal exposure.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The Compliance Ruleset Is Deterministic. Every Step Can Be Automated.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Manual Process (Today)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Compliance analyst manually researches rules for each country on each event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Withholding rates looked up in spreadsheets — prone to version drift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Payroll items keyed in manually — 3.5 day turnaround, 4.2% error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Employee notifications drafted per event — inconsistent language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No audit trail — compliance risk at every step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548640" cy="41148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0FDF9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✅  EquityPulse (Proposed)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AI engine ingests vesting events via real-time webhook from Carta / Shareworks / Fidelity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Country ruleset database auto-applies correct withholding rate, filing type, and currency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Payroll items generated and queued automatically — 4-minute TAT, 0 errors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Employee notifications dispatched in local language with personalized tax details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Full audit trail logged automatically — compliance-ready at every step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Key insight: Tax withholding rules, filing requirements, and notification obligations are fully deterministic by country × equity type × event type. There is no reason for a human to make this decision every time.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MECHANIC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5-Step Zero-Touch Orchestration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24128"/>
            <a:ext cx="420624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Event Ingestion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Real-time webhook fires from Carta / Shareworks / Fidelity when a vesting event triggers. Event data normalised to Deel canonical equity model.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46304" cy="0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24128"/>
            <a:ext cx="420624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AI Compliance Check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9696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Engine queries country ruleset DB (150+ countries): withholding rate, filing type, currency, local securities obligations. 0 manual lookups.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9312" y="2011680"/>
            <a:ext cx="146304" cy="0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1024128"/>
            <a:ext cx="420624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Payroll Item Generation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58768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Payroll items auto-created per employee per country: gross-up calculation, FX conversion, withholding deduction. Queued to next payroll run.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58384" y="2011680"/>
            <a:ext cx="146304" cy="0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24128"/>
            <a:ext cx="420624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Compliance Filing Queue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Country-specific filing obligations (W-2 supplement, PAYE, Lohnsteuer, Form 3CEB) auto-queued with pre-populated data. Legal review where required.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77456" y="2011680"/>
            <a:ext cx="146304" cy="0"/>
          </a:xfrm>
          <a:prstGeom prst="line">
            <a:avLst/>
          </a:prstGeom>
          <a:noFill/>
          <a:ln w="1524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0688" y="1024128"/>
            <a:ext cx="420624" cy="34747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78624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Employee Notification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Personalised notification dispatched in local language with exact vest value, net after tax, and next steps. Full audit trail logged.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169664"/>
            <a:ext cx="8449056" cy="585216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PhonePe proof: Same deterministic orchestration logic applied to marketing spend targeting — replaced 6 siloed analyst workflows with one ML pipeline, cutting decision TAT from 2 days to 4 hours and reducing errors 68%. EquityPulse applies the same pattern to equity event processing.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4 Key Screens — Built &amp; Validated at PhonePe Scale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Vesting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Event cards with country flags, status badges (Ready / Review / Pending), auto-processing stats. Ops team sees zero-touch confirmation before event fires.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23744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987552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15184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Compliance Check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Per-country breakdown: withholding rate, filing type, payroll items count. AI reads deterministic ruleset — no analyst involvement.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0016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987552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Payroll Queued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Confirmation screen: items queued, compliance filings scheduled, notifications dispatched. Full audit trail. 4-min TAT displayed.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76288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987552"/>
            <a:ext cx="201168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Ops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Quarterly view: events processed, error rate, TAT, cost saved vs. manual baseline. Override queue for edge cases. Manual queue &lt; 1% of volume.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3342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Interactive prototype: deel-equitypulse-prototype.html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IMPACT &amp; ROI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Built on PhonePe Proof — Validated Ops Intelligence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C9A7"/>
                </a:solidFill>
              </a:rPr>
              <a:t>OPERATIONS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 days → 4 min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Vesting event processing TAT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4.2% → 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Compliance error 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$2,400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Ops cost saved per event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Compliance coverage across 150+ countries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</a:rPr>
              <a:t>COMPANY ROI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$1.2M/yr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Ops cost reduction (500-employee company)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−68%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Compliance escalation tickets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5× faster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New country equity expansion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Legal exposure from compliance errors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PROOF OF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I Built This. The Architecture Already Exists.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What I Built at PhonePe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1. Ops intelligence layer replacing 6 siloed analyst workflows — TAT 2 days → 4 hours, −68% escalation tickets (direct EquityPulse parallel)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2. Propensity-to-Transact ML model — real-time per-user scoring replacing manual cohort rules across 350M+ MAU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3. Context-aware incentivisation engine with deterministic rule evaluation: cart value × user intent × time-of-day signals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4. Pre-defined KPI instrumentation before build began — all metrics baselined and tracked post-launch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5. Cross-functional delivery: Tech, DS, Compliance, Finance, Legal, Ops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0FDF9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How It Maps to This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Ops intelligence layer → EquityPulse orchestration engine: same deterministic workflow automation pattern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ML scoring pipeline → AI compliance check: country ruleset query replaces manual research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Dynamic trigger engine → Vesting event → payroll item generation: same auto-queue architecture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Pre-defined KPIs → Equity product success metrics: TAT, error rate, cost-per-event, country coverage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Cross-functional execution → Equity needs Compliance, Payroll, DS, Legal: identical stakeholder map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02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9A7"/>
                </a:solidFill>
              </a:rPr>
              <a:t>"This isn't a case study — it's the same system I shipped, applied to equity events instead of marketing campaigns."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EquityPulse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ROLLOUT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Phased Build — Starting with Highest-Volume Countries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Core Engine (US/UK/DE)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Build event ingestion layer (Carta webhook), compliance ruleset DB for top 3 countries, payroll item generation. Instrument TAT and error-rate KPIs before launch.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3–4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Expand + Integrate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Add 20 more countries. Integrate with EquityConnect data hub. Launch employee notification engine. A/B test manual override rate.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4320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5–6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192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Full Platform Coverage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Expand to 150+ countries. Self-serve ruleset updates for compliance team. Ops console GA. Connect to TotalRewards for employee visibility layer.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Access to cap table platform API docs (Carta, Shareworks)  ·  Compliance ruleset data from Deel's existing country knowledge  ·  1 backend engineer (event ingestion + payroll item API)  ·  Alignment with Payroll PM on queue handoff interface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</a:rPr>
              <a:t>Ajay Avaghade  ·  avaghadeajay009@gmail.com  ·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2026-05-26T19:42:03Z</dcterms:created>
  <dcterms:modified xsi:type="dcterms:W3CDTF">2026-05-26T19:42:03Z</dcterms:modified>
</cp:coreProperties>
</file>