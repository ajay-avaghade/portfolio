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ADCB  ·  CORPORATE CARDS PM  ·  TRANSACTION BANKING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CorporateLens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Spend Control &amp; Compliance for Corporate Card Programmes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2801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Corporate Cards &amp; Transaction Banking PM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754880"/>
            <a:ext cx="2468880" cy="1645920"/>
          </a:xfrm>
          <a:prstGeom prst="rect">
            <a:avLst/>
          </a:prstGeom>
          <a:solidFill>
            <a:srgbClr val="00453C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846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hrs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a card limit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 Teams Are Flying Blind.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Visibility. No Self-Serve Controls.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7432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a card limit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change requires calling the relationship manager and waiting for back-office processing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7432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time data is available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clients receive PDF statements 5–7 days after month close — too late to 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7432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control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ability to freeze a card, block a merchant category, or set per-project limits without bank intervention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001F1A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92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card programs at UAE banks are operated as static, relationship-managed products. There is no digital control plane. Every change goes through a human, creating delays and errors that erode trust and card utilisation.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Change Should Take 8 Seconds.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48 Hours.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840480" cy="310896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State: Relationship-Managed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Finance admin calls RM to adjust limit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RM emails back-office operations 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Back-office processes request manually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Card limit updated in core banking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Confirmation sent — 48 hours later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00302A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7249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4023360" cy="3108960"/>
          </a:xfrm>
          <a:prstGeom prst="rect">
            <a:avLst/>
          </a:prstGeom>
          <a:solidFill>
            <a:srgbClr val="F0FDF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CorporateLens: Self-Serve Portal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Finance admin opens CorporateLens mobile portal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Selects employee card and taps "Adjust Limit"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Sets new limit and confirms with biometric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Change pushed to Visa authorisation host in 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343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Limit live in 8 seconds — zero human intervention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8229600" cy="1280160"/>
          </a:xfrm>
          <a:prstGeom prst="rect">
            <a:avLst/>
          </a:prstGeom>
          <a:solidFill>
            <a:srgbClr val="00302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20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Visa Commercial API already supports real-time limit updates. The product gap is not technical — it is a missing self-serve control plane on top of an existing capability. CorporateLens builds that layer.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Layers. One Product. Zero Calls to the 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4389120"/>
          </a:xfrm>
          <a:prstGeom prst="rect">
            <a:avLst/>
          </a:prstGeom>
          <a:solidFill>
            <a:srgbClr val="00453C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Real-Time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transaction feed across all employee cards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Authorisation holds visible as they happen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Spend velocity alerts at 70%, 90%, 100% of limit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709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MCC-level categorisation for policy compliance checks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743200" cy="4389120"/>
          </a:xfrm>
          <a:prstGeom prst="rect">
            <a:avLst/>
          </a:prstGeom>
          <a:solidFill>
            <a:srgbClr val="00453C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Self-Serve Controls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Per-card monthly limit adjustment — live in 8 seconds via Visa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971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MCC block toggles (travel, entertainment, cash advances)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3840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One-tap card freeze/unfreeze for lost or misused cards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4709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Per-employee spending reports on demand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743200" cy="4389120"/>
          </a:xfrm>
          <a:prstGeom prst="rect">
            <a:avLst/>
          </a:prstGeom>
          <a:solidFill>
            <a:srgbClr val="0045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Scheme 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1031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Visa mandate tracker — EMV 3DS, tokenisation, reporting v2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971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Dispute and chargeback ratio monitoring vs Visa thresholds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38404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Flagged transaction review queue for risk team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4709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for all control changes — governance-ready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943600"/>
            <a:ext cx="8412480" cy="731520"/>
          </a:xfrm>
          <a:prstGeom prst="rect">
            <a:avLst/>
          </a:prstGeom>
          <a:solidFill>
            <a:srgbClr val="001A16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035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built on existing Visa Commercial APIs and ADCB core banking infrastructure — no new scheme integrations required. The product gap is the portal, not the plumbing.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Screens — From Dashboard to Scheme Ops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1031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ADCB CorporateLens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Emaar Properties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847K spend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active cards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near limit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Ahmad 74% limit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Flagged: Laila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 Issue Card] [⬇ MIS]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spend summary (AED 847K MTD), 23 active cards, 4 near-limit alerts. Real-time transaction feed. One-tap access to card controls and MIS download.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325880"/>
            <a:ext cx="21031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Controls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Ahmad Al-Rashidi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Visa •••• 4821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Active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AED 25,000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Spent: AED 18,450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[████████░░] 74%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[✏️ Adjust Limit]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 Controls: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Travel  ✅ Hotels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Gambling  ❌ Cash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card detail — current limit, MTD spend, MCC toggle controls (travel/hotels/restaurants allowed; gambling/cash blocked). Pending authorisations visible in real-time.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325880"/>
            <a:ext cx="21031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4700016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Updated (Live)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91456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Limit Updated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 8 seconds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Ahmad Al-Rashidi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25K → AED 30K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on Visa host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Previous:  AED 25,000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limit: AED 30,000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Available: AED 11,550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     8 seconds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Previously:  48 hours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91456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adjusts limit from AED 25K to AED 30K. Confirmation shows change is live on Visa authorisation host in 8 seconds — versus 48-hour manual process. Available balance updated instantly.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1325880"/>
            <a:ext cx="210312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6912864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4304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Scheme Ops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04304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CorporateLens Ops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programs · 2 flagged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Laila: Out-country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Khalid: Over-limit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Visa Mandates: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EMV 3DS    45 days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v2  120 days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Tokenisation  ✓ Done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rate: 94.2%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04304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ADCB ops view — flagged transactions, Visa mandate compliance tracker (EMV 3DS: 45 days remaining), scheme scorecard. Single dashboard for risk monitoring and regulatory readiness.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Across Corporate, Risk, and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0045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 IMPACT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9144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change card controls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 hours → 8 seconds)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9144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utilisation rate vs control group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spend confidence)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2024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support calls for routine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3931920" cy="914400"/>
          </a:xfrm>
          <a:prstGeom prst="rect">
            <a:avLst/>
          </a:prstGeom>
          <a:solidFill>
            <a:srgbClr val="00453C"/>
          </a:solidFill>
          <a:ln w="635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83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2024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admin satisfaction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(NPS proxy for B2B SaaS)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001A16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(ADCB) ROI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3931920" cy="914400"/>
          </a:xfrm>
          <a:prstGeom prst="rect">
            <a:avLst/>
          </a:prstGeom>
          <a:solidFill>
            <a:srgbClr val="001A16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for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changes (RM + back-office)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914400"/>
          </a:xfrm>
          <a:prstGeom prst="rect">
            <a:avLst/>
          </a:prstGeom>
          <a:solidFill>
            <a:srgbClr val="001A16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card spend per programme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limit confidence = more usage)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3931920" cy="914400"/>
          </a:xfrm>
          <a:prstGeom prst="rect">
            <a:avLst/>
          </a:prstGeom>
          <a:solidFill>
            <a:srgbClr val="001A16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1792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mandate audit readiness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(compliance tracker always current)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937760"/>
            <a:ext cx="3931920" cy="914400"/>
          </a:xfrm>
          <a:prstGeom prst="rect">
            <a:avLst/>
          </a:prstGeom>
          <a:solidFill>
            <a:srgbClr val="001A16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983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card programme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at annual renewal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Controls Engine. Here Is the Proof.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4023360"/>
          </a:xfrm>
          <a:prstGeom prst="rect">
            <a:avLst/>
          </a:prstGeom>
          <a:solidFill>
            <a:srgbClr val="0030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Redesigned end-to-end offers eligibility and controls engine for 350M MAU — defining which offers surface to which users, with real-time overrides — same architecture as CorporateLens card controls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Led deployment of Propensity-to-Transact ML models replacing static targeting rules with real-time user-level scoring — same AI categorisation logic as CorporateLens spend analytics engine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Managed RBI regulatory compliance requirements for UPI payment products — adjacent domain to Visa/Mastercard scheme mandate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Rebuilt a fragmented rewards stack with clear product ownership, backlog prioritisation, and delivery across Tech, Ops, Finance, and Legal — same cross-functional governance model as ADCB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Owned post-launch product iteration: monitoring dashboards, root-cause analysis, and continuous enhancement roadmap — matches ADCB production ownership requirement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9319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"Product roadmap and backlog ownership" → Owned full offers product backlog at PhonePe — prioritisation, sprint planning, and release readiness across 10+ engineering squads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"Translate business needs into user stories and acceptance criteria" → Wrote structured requirements for ML model deployment and UX redesign across 350M MAU — fully agile delivery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"Coordinate with scheme representatives and vendors" → Managed RBI and NPCI compliance mandates at PhonePe — analogous to Visa/Mastercard scheme coordination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"UAT scope and formal sign-off" → Owned UAT processes for every major offers release at PhonePe — defined test scenarios, coordinated execution, and signed off on production deployment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4709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"Retain product ownership post-launch" → Built monitoring dashboards and owned root-cause analysis for all live products — not a hand-off PM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8229600" cy="914400"/>
          </a:xfrm>
          <a:prstGeom prst="rect">
            <a:avLst/>
          </a:prstGeom>
          <a:solidFill>
            <a:srgbClr val="00302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CorporateLens control plane is the same architecture as the offers eligibility engine I redesigned at PhonePe. The technology is different; the product thinking — controls, rules, real-time override, compliance audit trail — is identical."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— Agile, Scheme-Compliant, Risk-Controlled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749040"/>
          </a:xfrm>
          <a:prstGeom prst="rect">
            <a:avLst/>
          </a:prstGeom>
          <a:solidFill>
            <a:srgbClr val="00453C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Real-Time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 spend dashboard and authorisation feed for pilot corporate clients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 gathering, user stories, and UAT with 5 pilot companies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card utilisation and RM call volume as baseline metrics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743200" cy="3749040"/>
          </a:xfrm>
          <a:prstGeom prst="rect">
            <a:avLst/>
          </a:prstGeom>
          <a:solidFill>
            <a:srgbClr val="00453C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Controls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per-card limit adjustment via Visa Commercial API — live in seconds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MCC toggle controls and one-tap freeze — scheme-compliance reviewed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50 corporate programmes; A/B test portal adoption vs RM-managed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743200" cy="3749040"/>
          </a:xfrm>
          <a:prstGeom prst="rect">
            <a:avLst/>
          </a:prstGeom>
          <a:solidFill>
            <a:srgbClr val="0045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Ops &amp; 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scheme mandate tracker integrated with compliance 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to all ADCB corporate card programmes across MENA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Post-launch ownership: monitoring, root-cause analysis, and roadmap v2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303520"/>
            <a:ext cx="5852160" cy="1234440"/>
          </a:xfrm>
          <a:prstGeom prst="rect">
            <a:avLst/>
          </a:prstGeom>
          <a:solidFill>
            <a:srgbClr val="001A16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422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5715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Visa Commercial API documentation and scheme mandate calendar  ·  Alignment with ADCB core banking and operations teams  ·  2 engineers for portal + API integration  ·  Pilot corporate client for requirements and UAT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5303520"/>
            <a:ext cx="2286000" cy="12344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440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5760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avaghadeajay009@gmail.com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6035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2026-05-23T06:22:43Z</dcterms:created>
  <dcterms:modified xsi:type="dcterms:W3CDTF">2026-05-23T06:22:43Z</dcterms:modified>
</cp:coreProperties>
</file>