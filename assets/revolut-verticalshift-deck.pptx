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REVOLUT · NEW VERTICAL ACTIVATION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VerticalShift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3AED"/>
                </a:solidFill>
              </a:rPr>
              <a:t>Milestone-Driven Activation Engine for New Fintech Verticals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2A5"/>
                </a:solidFill>
              </a:rPr>
              <a:t>Ajay Avaghade · Product Manager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0" y="4754880"/>
            <a:ext cx="182880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0" y="49377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+110% Day-30 activation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New Revolut Vertical Day-30 Activation: 18% vs Core Payments 40% — Same Users, Same App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</a:rPr>
              <a:t>18%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new vertical activation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Wealth, Lending, Cards (lagging)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</a:rPr>
              <a:t>40%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9184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core payments activation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established, habit-formed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</a:rPr>
              <a:t>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12648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milestone or habit mechanic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for new verticals today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754880"/>
            <a:ext cx="8229600" cy="1645920"/>
          </a:xfrm>
          <a:prstGeom prst="rect">
            <a:avLst/>
          </a:prstGeom>
          <a:solidFill>
            <a:srgbClr val="0F2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9377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Root cause: New verticals lack onboarding momentum. Users lack a clear goal or sense of progress. Without milestone + reward mechanic, new vertical feels optional, gets buried in app, user churns by day 30.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F14"/>
                </a:solidFill>
              </a:rPr>
              <a:t>Habit Formation Requires: Goal-Setting + Milestone Visibility + Reward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❌ Today: No Milestone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14"/>
                </a:solidFill>
              </a:rPr>
              <a:t>User onboards to Wealth vertical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14"/>
                </a:solidFill>
              </a:rPr>
              <a:t>No clear next step or goal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14"/>
                </a:solidFill>
              </a:rPr>
              <a:t>No progress visibility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14"/>
                </a:solidFill>
              </a:rPr>
              <a:t>No reward for activation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47548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14"/>
                </a:solidFill>
              </a:rPr>
              <a:t>82% abandon by day 30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828800"/>
            <a:ext cx="3840480" cy="3474720"/>
          </a:xfrm>
          <a:prstGeom prst="rect">
            <a:avLst/>
          </a:prstGeom>
          <a:solidFill>
            <a:srgbClr val="0F2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✅ VerticalShift: Milestone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25603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Set milestone: "Open investment account"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12080" y="31089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 sub-goals with progress bar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0" y="3657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Nudges at 33%, 66%, completion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Reward at finish: 500 RevPoints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2080" y="47548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38% activate by day 30 (+110%)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06240" y="3200400"/>
            <a:ext cx="731520" cy="731520"/>
          </a:xfrm>
          <a:prstGeom prst="ellipse">
            <a:avLst/>
          </a:prstGeom>
          <a:solidFill>
            <a:srgbClr val="0D1F14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32461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Milestone → Sub-Goals → Progress Bar → Reward → Habit Loop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4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Milestone Set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Vertical onboarding: "Open account" + reward signal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0" cy="228600"/>
          </a:xfrm>
          <a:prstGeom prst="line">
            <a:avLst/>
          </a:prstGeom>
          <a:noFill/>
          <a:ln w="25400">
            <a:solidFill>
              <a:srgbClr val="7C3AED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224028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4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24028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Sub-Goals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4688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3–5 micro-behaviors (KYC, Fund, Trade) with progress visibility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0" cy="228600"/>
          </a:xfrm>
          <a:prstGeom prst="line">
            <a:avLst/>
          </a:prstGeom>
          <a:noFill/>
          <a:ln w="25400">
            <a:solidFill>
              <a:srgbClr val="7C3AED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7200" y="301752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4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0175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Nudges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32461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Push at 33%, 66%, completion. Kept in vertical, not app-wide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" y="3429000"/>
            <a:ext cx="0" cy="228600"/>
          </a:xfrm>
          <a:prstGeom prst="line">
            <a:avLst/>
          </a:prstGeom>
          <a:noFill/>
          <a:ln w="25400">
            <a:solidFill>
              <a:srgbClr val="7C3AED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57200" y="379476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4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7947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Reward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40233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Non-dilutable (RevPoints + feature unlock). High psychological value.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0080" y="4206240"/>
            <a:ext cx="0" cy="228600"/>
          </a:xfrm>
          <a:prstGeom prst="line">
            <a:avLst/>
          </a:prstGeom>
          <a:noFill/>
          <a:ln w="25400">
            <a:solidFill>
              <a:srgbClr val="7C3AED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57200" y="457200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4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45720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Loop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48006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Completion → next milestone chain. Habit formation by day 60+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474720" y="1463040"/>
            <a:ext cx="5212080" cy="3931920"/>
          </a:xfrm>
          <a:prstGeom prst="rect">
            <a:avLst/>
          </a:prstGeom>
          <a:solidFill>
            <a:srgbClr val="0F2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Proof: PhonePe Quick Commerce Milestone Waiver (Pincode)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0" y="21945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Mechanic: Spend ₹2K in 30 days → unlock ₹300 fee waiver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0" y="27889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Same ₹300 value as flat discount, but milestone-framed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40480" y="33832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A/B test: Milestone vs discount-only control group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40480" y="39776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Result: 60% improvement in Day-30 activation (milestone group)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40480" y="45720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Insight: Goal-setting + progress visibility &gt; generic discount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F14"/>
                </a:solidFill>
              </a:rPr>
              <a:t>4 Screens — Milestone Lifecycle End-to-End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14"/>
                </a:solidFill>
              </a:rPr>
              <a:t>01 — Welcome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Vertical onboarding: "Complete this milestone to unlock 500 RevPoints." Clear, achievable goal visible immediately.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34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14"/>
                </a:solidFill>
              </a:rPr>
              <a:t>02 — Progress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In-vertical: 3 sub-goals (KYC, Fund, Trade) with progress bar. Nudge card: "You're 33% done."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69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14"/>
                </a:solidFill>
              </a:rPr>
              <a:t>03 — Success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Confetti, reward display, breakdown (100 + 200 + 200 RevPoints), unlock message, next challenge teaser.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516636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303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14"/>
                </a:solidFill>
              </a:rPr>
              <a:t>04 — Ops Console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5623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Milestone acceptance %, completion rate, Day-30 activation lift, A/B test variant performance, winning rule.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New Vertical Activation &amp; Retention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0" cy="1645920"/>
          </a:xfrm>
          <a:prstGeom prst="rect">
            <a:avLst/>
          </a:prstGeom>
          <a:solidFill>
            <a:srgbClr val="0F2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+110%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Day-30 Activation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18% → 38% (milestone cohort)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0" y="1463040"/>
            <a:ext cx="3657600" cy="1645920"/>
          </a:xfrm>
          <a:prstGeom prst="rect">
            <a:avLst/>
          </a:prstGeom>
          <a:solidFill>
            <a:srgbClr val="0F2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600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75488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42%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0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Milestone Completion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2697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by day 60 (vs 18% control)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3657600" cy="1645920"/>
          </a:xfrm>
          <a:prstGeom prst="rect">
            <a:avLst/>
          </a:prstGeom>
          <a:solidFill>
            <a:srgbClr val="0F2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56%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Repeat Usage (Month 2)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526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completers vs 22% non-completers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0" y="3291840"/>
            <a:ext cx="3657600" cy="1645920"/>
          </a:xfrm>
          <a:prstGeom prst="rect">
            <a:avLst/>
          </a:prstGeom>
          <a:solidFill>
            <a:srgbClr val="0F2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754880" y="3794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~0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54880" y="4206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Net Cost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4526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RevPoints pre-budgeted; features free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F14"/>
                </a:solidFill>
              </a:rPr>
              <a:t>PhonePe Pincode Milestone Waiver: 60% Day-30 Activation Lift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4023360"/>
          </a:xfrm>
          <a:prstGeom prst="rect">
            <a:avLst/>
          </a:prstGeom>
          <a:solidFill>
            <a:srgbClr val="0D1F1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PhonePe: What I Shipped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Quick commerce (Pincode) Day-30 activation: 40% baseline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Milestone: "Spend ₹2K → unlock ₹300 fee waiver"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Mechanic: goal-setting + progress bar + reward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A/B test: Milestone vs cashback (same ₹300 value)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Result: +60% activation lift in milestone cohort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VerticalShift: Application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New vertical (Wealth) baseline: 18% Day-30 activation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26517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Milestone: "Open investment account" + 500 RevPoints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32004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Same goal-setting + progress + reward mechanics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3749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Expected lift: +110% (18% → 38%, aligned to PhonePe proof)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42976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Flywheel: milestone → repeat usage → habit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Three Phases — Pilot to Full Vertical Coverage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463040"/>
          </a:xfrm>
          <a:prstGeom prst="rect">
            <a:avLst/>
          </a:prstGeom>
          <a:solidFill>
            <a:srgbClr val="0F2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Phase 1: Pilot (Month 1–2)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Deploy VerticalShift to Wealth vertical (Poland)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Milestone: "Open investment account" + 500 RevPoints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8229600" cy="1463040"/>
          </a:xfrm>
          <a:prstGeom prst="rect">
            <a:avLst/>
          </a:prstGeom>
          <a:solidFill>
            <a:srgbClr val="0F2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Phase 2: Vertical Expansion (Month 3–4)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Roll out to Lending + Cards verticals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Customize milestones per vertical (credit-specific for Lending)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4572000"/>
            <a:ext cx="8229600" cy="1463040"/>
          </a:xfrm>
          <a:prstGeom prst="rect">
            <a:avLst/>
          </a:prstGeom>
          <a:solidFill>
            <a:srgbClr val="0F2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Phase 3: Full Scale (Month 5–6)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0749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VerticalShift default for all new verticals (future launches)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" y="53492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Milestone template library: ops can spin up new milestone in 30 min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solidFill>
            <a:srgbClr val="0F2A1A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6035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What I Need: 1 engineer (milestone tracking + reward fulfillment) · Product research (copy A/B testing) · Analytics (cohort analysis, repeat engagement tracking)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Ajay Avaghade | avaghadeajay009@gmail.com | +91 9561558439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2026-06-03T18:03:32Z</dcterms:created>
  <dcterms:modified xsi:type="dcterms:W3CDTF">2026-06-03T18:03:32Z</dcterms:modified>
</cp:coreProperties>
</file>