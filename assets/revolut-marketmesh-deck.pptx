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REVOLUT · MARKET EXPANSION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MarketMesh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68E1"/>
                </a:solidFill>
              </a:rPr>
              <a:t>Market-Specific GTM Advisor for Fintech Vertical Expansion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754880"/>
            <a:ext cx="1828800" cy="91440"/>
          </a:xfrm>
          <a:prstGeom prst="rect">
            <a:avLst/>
          </a:prstGeom>
          <a:solidFill>
            <a:srgbClr val="0668E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49377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68E1"/>
                </a:solidFill>
              </a:rPr>
              <a:t>40% faster market entry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Same Lending Product, Different Markets = 40% Activation Variance (Poland 42% vs Czech 22%)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68E1"/>
                </a:solidFill>
              </a:rPr>
              <a:t>40%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adoption variance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across 12 target markets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68E1"/>
                </a:solidFill>
              </a:rPr>
              <a:t>3–4 wk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GTM planning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per market (manual research)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68E1"/>
                </a:solidFill>
              </a:rPr>
              <a:t>6–8 mo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 entry cycle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from MVP to scale-ready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37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Root cause: Each market has unique regulatory approval timelines, user behavior, and competition profile. Today: ship same product with localized messaging. Better approach: customize product proposition, target segment, and GTM sequencing per market.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14"/>
                </a:solidFill>
              </a:rPr>
              <a:t>Market Expansion Isn't Replication — It's Re-Proposing for Each Market's Signals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❌ Status Quo: Same Product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Poland Lending → Czech Lending (no changes)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Marketing message: same across all markets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Activation: 42% (Poland) vs 22% (Czech)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Root cause unknown (no market intel)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3840480" cy="347472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8E1"/>
                </a:solidFill>
              </a:rPr>
              <a:t>✅ MarketMesh: Customized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2560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Analyze Czech: lower savings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3108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Recommend: emphasize speed (not cost)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Adjust APR: 8–14% vs Wise 9–14%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Activation forecast: 28% → actual: 26%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0D1F14"/>
          </a:solidFill>
          <a:ln w="25400">
            <a:solidFill>
              <a:srgbClr val="066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8E1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Market Input → Proposition Engine → Rollout Timeline → Live Tracker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0668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 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Vertical, market, user research, competitor intel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0" cy="320040"/>
          </a:xfrm>
          <a:prstGeom prst="line">
            <a:avLst/>
          </a:prstGeom>
          <a:noFill/>
          <a:ln w="25400">
            <a:solidFill>
              <a:srgbClr val="0668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0668E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Proposition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Positioning, segment, pricing, feature priority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0" cy="320040"/>
          </a:xfrm>
          <a:prstGeom prst="line">
            <a:avLst/>
          </a:prstGeom>
          <a:noFill/>
          <a:ln w="25400">
            <a:solidFill>
              <a:srgbClr val="0668E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365760" cy="365760"/>
          </a:xfrm>
          <a:prstGeom prst="ellipse">
            <a:avLst/>
          </a:prstGeom>
          <a:solidFill>
            <a:srgbClr val="0668E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3 phases with de-risking gates per phase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0" cy="320040"/>
          </a:xfrm>
          <a:prstGeom prst="line">
            <a:avLst/>
          </a:prstGeom>
          <a:noFill/>
          <a:ln w="25400">
            <a:solidFill>
              <a:srgbClr val="0668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365760" cy="365760"/>
          </a:xfrm>
          <a:prstGeom prst="ellipse">
            <a:avLst/>
          </a:prstGeom>
          <a:solidFill>
            <a:srgbClr val="0668E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754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Post-launch KPIs vs forecast; A/B recommendations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1463040"/>
            <a:ext cx="4937760" cy="3931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68E1"/>
                </a:solidFill>
              </a:rPr>
              <a:t>Proof: PhonePe Merchants Scaling (1 city → 25 cities in 12 months)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21031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Bangalore startups (API-first) vs Tier-2 retailers (phone support)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2651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Required different GTM: docs vs training vs 1:1 onboarding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0" y="3200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Hand-crafted playbook per city, then replicated with tweaks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3749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MarketMesh automates this "what does this city need?" decision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4297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Result: 5K merchants, −23% CAC by optimizing GTM per segment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14"/>
                </a:solidFill>
              </a:rPr>
              <a:t>4 Screens — GTM Advisory End-to-End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01 — Market 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Vertical dropdown, market selector, user research cards, competitor intel auto-populate.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02 — Proposition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Engine recommends: positioning, segment, pricing, feature priority + rationale.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03 — Timeline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3-phase rollout with de-risking gates (regulatory, soft launch, scale). Risk flags.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04 — Tracker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Live KPIs vs forecast. Adoption curve. A/B copy variant recommendations.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Market Expansion Velocity &amp; Risk Reduction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68E1"/>
                </a:solidFill>
              </a:rPr>
              <a:t>3d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GTM Planning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(vs 3–4 weeks manual)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68E1"/>
                </a:solidFill>
              </a:rPr>
              <a:t>4–5 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Entry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(vs 6–8 months)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68E1"/>
                </a:solidFill>
              </a:rPr>
              <a:t>82%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Forecast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(vs 65% manual)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32918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⛔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548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68E1"/>
                </a:solidFill>
              </a:rPr>
              <a:t>−40%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(de-risking gates per phase)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14"/>
                </a:solidFill>
              </a:rPr>
              <a:t>PhonePe Merchants Platform: 1 City → 25 Cities in 12 Months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4023360"/>
          </a:xfrm>
          <a:prstGeom prst="rect">
            <a:avLst/>
          </a:prstGeom>
          <a:solidFill>
            <a:srgbClr val="0D1F14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68E1"/>
                </a:solidFill>
              </a:rPr>
              <a:t>What I Built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Identified: Bangalore startups (API-first) ≠ Tier-2 shops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Bangalore: needed self-serve docs, 48h API setup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Tier-2: needed phone support, manual training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Hand-crafted playbook per city, then replicated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Result: 5K merchants, −23% CAC through smart GTM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68E1"/>
                </a:solidFill>
              </a:rPr>
              <a:t>MarketMesh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Input: Lending × Czech Republic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Analysis: lower savings rate (18% vs 24%)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Recommendation: emphasize speed, pricing 8–14%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Rollout: 3 phases with de-risk gates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4297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Flywheel: post-launch KPIs train next market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Pilot to Full Expansion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68E1"/>
                </a:solidFill>
              </a:rPr>
              <a:t>Phase 1: Pilot (Month 1–2)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Deploy MarketMesh for Lending-Czech market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Compare forecast (28%) vs actual adoption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68E1"/>
                </a:solidFill>
              </a:rPr>
              <a:t>Phase 2: Vertical Expansion (Month 3–4)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Roll out to Wealth + Cards verticals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Run MarketMesh for 5 new markets (Slovakia, Romania, Hungary)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68E1"/>
                </a:solidFill>
              </a:rPr>
              <a:t>Phase 3: Full Scale (Month 5–6)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MarketMesh default for all verticals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Scale: 12 Lending markets across EEMEA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0F2A1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What I Need: Market research data (user interviews, savings rates, regulation) · 1 engineer (MarketMesh ML model + tracker) · Alignment with market expansion team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2026-06-03T18:03:31Z</dcterms:created>
  <dcterms:modified xsi:type="dcterms:W3CDTF">2026-06-03T18:03:31Z</dcterms:modified>
</cp:coreProperties>
</file>