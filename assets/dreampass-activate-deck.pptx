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635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635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635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635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</a:rPr>
              <a:t>DREAMPASS · TREVOLUTION · CASE STUDY 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DreamActivate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First-Benefit Activation Engine — Closing the 14-Day Renewal Cliff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Ajay Avaghade · Product Manager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560320" cy="128016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+2.8×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renewal rate for activated members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Who Don't Redeem a Benefit Within 14 Days Almost Never Renew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2377440"/>
          </a:xfrm>
          <a:prstGeom prst="rect">
            <a:avLst/>
          </a:prstGeom>
          <a:solidFill>
            <a:srgbClr val="0A2440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</a:rPr>
              <a:t>&lt;14 days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Activation cliff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Members who fail to use any benefit within 14 days have 3.2× higher churn at renewal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743200" cy="2377440"/>
          </a:xfrm>
          <a:prstGeom prst="rect">
            <a:avLst/>
          </a:prstGeom>
          <a:solidFill>
            <a:srgbClr val="0A2440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💤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</a:rPr>
              <a:t>0 of 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Benefits used on avg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834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The average Dreampass member redeems zero benefits in their first month — value is invisible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743200" cy="2377440"/>
          </a:xfrm>
          <a:prstGeom prst="rect">
            <a:avLst/>
          </a:prstGeom>
          <a:solidFill>
            <a:srgbClr val="0A2440"/>
          </a:solidFill>
          <a:ln w="12700">
            <a:solidFill>
              <a:srgbClr val="0891B2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🪙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</a:rPr>
              <a:t>1,240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coins earned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834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Members accumulate coins from bookings but don't know how to spend them — creating a dead asset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Root cause: Dreampass has no activation architecture. Members join, coins pile up, and benefits sit untouched until renewal reminds them they've been paying for nothing — at which point it's too late.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Redemption Is the Product. Everything Else Is Marketing.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30175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❌  Without DreamActivate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No benefit surfacing post-join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Coins feel like points — abstract, unclaimed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883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Member reaches renewal having never experienced value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723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Cancellation: "I forgot I even had this"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456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14-day window passes with zero engagement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206240" cy="3017520"/>
          </a:xfrm>
          <a:prstGeom prst="rect">
            <a:avLst/>
          </a:prstGeom>
          <a:solidFill>
            <a:srgbClr val="F0F9F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✅  With DreamActivate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920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</a:rPr>
              <a:t>• Milestone bar on home: "Redeem your first benefit"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2304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</a:rPr>
              <a:t>• D3 nudge: "200 coins = free eSIM on your next trip"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6883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</a:rPr>
              <a:t>• D7 push: "4 lounge visits expiring — book a trip"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30723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</a:rPr>
              <a:t>• First redemption → renewal journey starts immediately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3456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</a:rPr>
              <a:t>• 2.8× renewal rate vs non-activated members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64008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451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C1A30"/>
                </a:solidFill>
              </a:rPr>
              <a:t>Key insight: The milestone bar is a commitment device — it shifts the member's mental model from "subscription cost" to "progress toward a goal I've already started." This is the same mechanic that drove D30 retention +15% at PhonePe.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CD34D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Triggers, One Activation Journey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627632" cy="3200400"/>
          </a:xfrm>
          <a:prstGeom prst="rect">
            <a:avLst/>
          </a:prstGeom>
          <a:solidFill>
            <a:srgbClr val="0A1F3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1627632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23444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" y="169164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Join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10312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Milestone bar activates on home. "Redeem your first benefit to start your renewal journey" CTA with coin balance shown.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93392" y="1188720"/>
            <a:ext cx="1627632" cy="3200400"/>
          </a:xfrm>
          <a:prstGeom prst="rect">
            <a:avLst/>
          </a:prstGeom>
          <a:solidFill>
            <a:srgbClr val="0A1F3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188720"/>
            <a:ext cx="1627632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993392" y="123444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93392" y="169164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First Nudge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84832" y="210312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Push: "Your 1,240 coins are worth an eSIM (200 coins) — activate it for free on your next trip." Deep-link to benefit discovery.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58184" y="1188720"/>
            <a:ext cx="1627632" cy="3200400"/>
          </a:xfrm>
          <a:prstGeom prst="rect">
            <a:avLst/>
          </a:prstGeom>
          <a:solidFill>
            <a:srgbClr val="0A1F3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58184" y="1188720"/>
            <a:ext cx="1627632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3758184" y="123444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58184" y="169164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Activation Cliff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9624" y="210312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In-app banner + email: "7 days in — members who redeem now are 2.8× more likely to renew. Choose your first benefit." Urgency without alarm.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22976" y="1188720"/>
            <a:ext cx="1627632" cy="3200400"/>
          </a:xfrm>
          <a:prstGeom prst="rect">
            <a:avLst/>
          </a:prstGeom>
          <a:solidFill>
            <a:srgbClr val="0A1F3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22976" y="1188720"/>
            <a:ext cx="1627632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5522976" y="123444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D14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22976" y="169164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Redemption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14416" y="210312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Member redeems eSIM or lounge. Confetti state + renewal journey bar appears. Milestone: 25% toward next renewal unlocked.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87768" y="1188720"/>
            <a:ext cx="1627632" cy="3200400"/>
          </a:xfrm>
          <a:prstGeom prst="rect">
            <a:avLst/>
          </a:prstGeom>
          <a:solidFill>
            <a:srgbClr val="0A1F3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87768" y="1188720"/>
            <a:ext cx="1627632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7287768" y="123444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D90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87768" y="169164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Renewal Path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79208" y="210312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Quarterly check-in: benefit usage summary + renewal pre-sell. Members who used 2+ benefits renew at 76% vs 38% baseline.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4572000"/>
            <a:ext cx="8686800" cy="640080"/>
          </a:xfrm>
          <a:prstGeom prst="rect">
            <a:avLst/>
          </a:prstGeom>
          <a:solidFill>
            <a:srgbClr val="0A1F3A"/>
          </a:solidFill>
          <a:ln w="12700">
            <a:solidFill>
              <a:srgbClr val="FCD34D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663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CD34D"/>
                </a:solidFill>
              </a:rPr>
              <a:t>PhonePe proof point: Segment-to-channel intervention logic (user state → CRM vs. merchandising vs. offer) with 7-day activation cliff drove D30 retention +15% at PhonePe. DreamActivate applies the identical architecture to Dreampass member onboarding.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 States — Member Activation Journey End to End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1627632" cy="365760"/>
          </a:xfrm>
          <a:prstGeom prst="rect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30"/>
                </a:solidFill>
              </a:rPr>
              <a:t>Member Home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1,240 coins. 85% progress to milestone. Activation step tracker: "Redeem first benefit" highlighted. "Choose Your First Benefit" CTA.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93392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188720"/>
            <a:ext cx="1627632" cy="365760"/>
          </a:xfrm>
          <a:prstGeom prst="rect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93392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66544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30"/>
                </a:solidFill>
              </a:rPr>
              <a:t>Benefit Discovery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66544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eSIM 200 coins (featured). Lounge 800. Hotel 400. Insurance 300. Sorted by ease of first redemption, not alphabetically.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58184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58184" y="1188720"/>
            <a:ext cx="1627632" cy="365760"/>
          </a:xfrm>
          <a:prstGeom prst="rect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758184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1336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30"/>
                </a:solidFill>
              </a:rPr>
              <a:t>Redemption Confirm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31336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eSIM selected. Balance summary (before/after). Renewal journey preview: "This completes 25% of your renewal milestone."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22976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22976" y="1188720"/>
            <a:ext cx="1627632" cy="365760"/>
          </a:xfrm>
          <a:prstGeom prst="rect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522976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30"/>
                </a:solidFill>
              </a:rPr>
              <a:t>Activated!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96128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Confetti. 4-step renewal journey bar (2 complete). "2.8× more likely to renew" stat pill. Next milestone: 3 more benefits.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87768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87768" y="1188720"/>
            <a:ext cx="1627632" cy="365760"/>
          </a:xfrm>
          <a:prstGeom prst="rect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287768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60920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30"/>
                </a:solidFill>
              </a:rPr>
              <a:t>PM Lifecycle 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Dark PM-mode screen. Trigger logic per day (D0→D90). 4-metric grid: activation rate, redemption rate, cliff saves, renewal lift.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5029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Prototype: dreampass-activate-prototype.html · All 5 states interactive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PhonePe Proof Points — Projected for Dreampass Scale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566160"/>
          </a:xfrm>
          <a:prstGeom prst="rect">
            <a:avLst/>
          </a:prstGeom>
          <a:solidFill>
            <a:srgbClr val="0A2440"/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891B2"/>
                </a:solidFill>
              </a:rPr>
              <a:t>Member Impact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2.8×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Renewal rate lift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04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Activated vs non-activated members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+15%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D30 retention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PhonePe benchmark (segment-to-channel model)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76%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02920" y="4178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Renewal rate at 2+ benefits used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416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vs 38% baseline for zero-benefit members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0A2440"/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891B2"/>
                </a:solidFill>
              </a:rPr>
              <a:t>Dreampass Business ROI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D34D"/>
                </a:solidFill>
              </a:rPr>
              <a:t>AED 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800600" y="2167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Marginal cost of first nudge sequence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404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CRM + push — existing channel infrastructure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D34D"/>
                </a:solidFill>
              </a:rPr>
              <a:t>7 days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800600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Time to first signal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Activation cliff detection can run day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3703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D34D"/>
                </a:solidFill>
              </a:rPr>
              <a:t>+22%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800600" y="4178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Lifetime bookings per member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4416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Activated members book 1.4 more trips/yr on avg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9834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(Source: Antavo Global Customer Loyalty 2024; Bond Brand Loyalty 2023; PhonePe Internal — Ajay Avaghade)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0C1A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 Architecture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PhonePe.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3749040" cy="868680"/>
          </a:xfrm>
          <a:prstGeom prst="rect">
            <a:avLst/>
          </a:prstGeom>
          <a:solidFill>
            <a:srgbClr val="0A2440"/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7276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Segment-to-channel lifecycle logic → D30 retention +15% at PhonePe (350M+ MAU)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514600"/>
            <a:ext cx="3749040" cy="868680"/>
          </a:xfrm>
          <a:prstGeom prst="rect">
            <a:avLst/>
          </a:prstGeom>
          <a:solidFill>
            <a:srgbClr val="0A2440"/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7860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7-day activation cliff detection — bank-link + first transaction = 3× better D30 outcomes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3520440"/>
            <a:ext cx="3749040" cy="868680"/>
          </a:xfrm>
          <a:prstGeom prst="rect">
            <a:avLst/>
          </a:prstGeom>
          <a:solidFill>
            <a:srgbClr val="0A2440"/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58444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3-category breadth threshold → ~70% better D30 retention vs single-category users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4526280"/>
            <a:ext cx="3749040" cy="868680"/>
          </a:xfrm>
          <a:prstGeom prst="rect">
            <a:avLst/>
          </a:prstGeom>
          <a:solidFill>
            <a:srgbClr val="0A2440"/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59028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Masthead moratorium: negotiated no-ads for first 7 days — CLTV model vs week-one ad revenue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57276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</a:rPr>
              <a:t>→ DreamActivate trigger ladder (D0/D3/D7/D14/D90)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5146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57860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</a:rPr>
              <a:t>→ DreamActivate 14-day cliff detection + push nudge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5204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5844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</a:rPr>
              <a:t>→ DreamActivate 3-benefit milestone unlock mechanic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45262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59028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</a:rPr>
              <a:t>→ DreamActivate benefit-first onboarding (no promotion noise)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983480"/>
            <a:ext cx="8595360" cy="502920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47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C1A30"/>
                </a:solidFill>
              </a:rPr>
              <a:t>This is architecture I have shipped — applied directly to Dreampass's 14-day activation problem.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CD34D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Instrument, Prove, Scale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3657600"/>
          </a:xfrm>
          <a:prstGeom prst="rect">
            <a:avLst/>
          </a:prstGeom>
          <a:solidFill>
            <a:srgbClr val="0A2440"/>
          </a:solidFill>
          <a:ln w="12700">
            <a:solidFill>
              <a:srgbClr val="FCD34D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solidFill>
            <a:srgbClr val="FCD34D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93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Month 1–2: Instrument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Activate milestone bar + step tracker on home for all new members. Deploy D0/D3/D7 trigger sequence via CRM. Instrument redemption funnel: join → first nudge seen → benefit discovered → redeemed. Control group: 50% of new members (no activation UX).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4206240"/>
            <a:ext cx="2560320" cy="502920"/>
          </a:xfrm>
          <a:prstGeom prst="rect">
            <a:avLst/>
          </a:prstGeom>
          <a:solidFill>
            <a:srgbClr val="0A1F3A"/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251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891B2"/>
                </a:solidFill>
              </a:rPr>
              <a:t>Need: Data: member join date, benefit redemption events, renewal flag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743200" cy="3657600"/>
          </a:xfrm>
          <a:prstGeom prst="rect">
            <a:avLst/>
          </a:prstGeom>
          <a:solidFill>
            <a:srgbClr val="0A2440"/>
          </a:solidFill>
          <a:ln w="12700">
            <a:solidFill>
              <a:srgbClr val="FCD34D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88720"/>
            <a:ext cx="2743200" cy="347472"/>
          </a:xfrm>
          <a:prstGeom prst="rect">
            <a:avLst/>
          </a:prstGeom>
          <a:solidFill>
            <a:srgbClr val="FCD34D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6093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Month 3–4: Prove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1993392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Run A/B: Milestone bar vs flat "explore benefits" link. A/B test nudge copy: value ("200 coins = free eSIM") vs urgency ("14-day window"). Measure activation rate, cliff-save rate, 30-day engagement delta between test and control groups.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4206240"/>
            <a:ext cx="2560320" cy="502920"/>
          </a:xfrm>
          <a:prstGeom prst="rect">
            <a:avLst/>
          </a:prstGeom>
          <a:solidFill>
            <a:srgbClr val="0A1F3A"/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4251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891B2"/>
                </a:solidFill>
              </a:rPr>
              <a:t>Need: 1 engineer: event tracking + trigger pipeline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0" y="1188720"/>
            <a:ext cx="2743200" cy="3657600"/>
          </a:xfrm>
          <a:prstGeom prst="rect">
            <a:avLst/>
          </a:prstGeom>
          <a:solidFill>
            <a:srgbClr val="0A2440"/>
          </a:solidFill>
          <a:ln w="12700">
            <a:solidFill>
              <a:srgbClr val="FCD34D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188720"/>
            <a:ext cx="2743200" cy="347472"/>
          </a:xfrm>
          <a:prstGeom prst="rect">
            <a:avLst/>
          </a:prstGeom>
          <a:solidFill>
            <a:srgbClr val="FCD34D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Phase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16093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Month 5–6: Scale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1993392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Roll DreamActivate to all new member onboarding globally. Launch 90-day renewal pre-sell sequence for activated members. Integrate DreamLoop referral trigger at D14 redemption moment (activated member = highest referral intent).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4206240"/>
            <a:ext cx="2560320" cy="502920"/>
          </a:xfrm>
          <a:prstGeom prst="rect">
            <a:avLst/>
          </a:prstGeom>
          <a:solidFill>
            <a:srgbClr val="0A1F3A"/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4251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891B2"/>
                </a:solidFill>
              </a:rPr>
              <a:t>Need: Alignment: CRM team, member ops, design for milestone bar implementation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5047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Ajay Avaghade  |  avaghadeajay009@gmail.com  |  +91 9561558439  |  ajay-avaghade.github.io/Portfolio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2026-07-10T16:11:25Z</dcterms:created>
  <dcterms:modified xsi:type="dcterms:W3CDTF">2026-07-10T16:11:25Z</dcterms:modified>
</cp:coreProperties>
</file>