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PENCIL · EDITOR SUITE · CASE STUDY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AdCanvas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8CF8"/>
                </a:solidFill>
              </a:rPr>
              <a:t>AI-Powered Format Adaptation — Master Once, Deploy Everywhere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663440"/>
            <a:ext cx="1828800" cy="91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4846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18CF8"/>
                </a:solidFill>
              </a:rPr>
              <a:t>Saved 4.2 hrs per campaign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60% of Creative Time in the Editor Is Mechanical Adaptation — Not Creative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</a:rPr>
              <a:t>12+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format variants per campaign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Facebook, Display, Email, Print, Mobile, Leaderboard…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</a:rPr>
              <a:t>60%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on mechanical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resize, re-crop, reflow — not creative decisions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in the adaptation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AI helps generate; adaptation is still 100% manual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155448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463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Root cause: Every format is treated as a new creative. The editor has no concept of "master creative + format derivatives." AI generates; humans adapt — 12 times per campaign. This is the most painful, most avoidable bottleneck in the editor workflow.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A1E"/>
                </a:solidFill>
              </a:rPr>
              <a:t>AI Should Absorb Format Complexity — Not the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❌ Today: Format-First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Create Facebook master creative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Open new canvas — Display 300×250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4381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Manually resize, re-crop, reflow copy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8770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Open new canvas — Email template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Repeat 10 more times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4+ hours. Nothing new was created.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✅ AdCanvas: Master-First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Create one master creative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9992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Select 6 format families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4381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auto-adapts all variants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38770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Review conflict flags (2 of 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Resolve in 2 taps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47548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18 minutes. 6 formats. Done.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F0A1E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Master → AI Adapts All Variants → User Resolves Conflicts Only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Master Creative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User builds one master canvas at highest quality. Brand constraints set once here.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19456"/>
          </a:xfrm>
          <a:prstGeom prst="line">
            <a:avLst/>
          </a:prstGeom>
          <a:noFill/>
          <a:ln w="25400">
            <a:solidFill>
              <a:srgbClr val="6366F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31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311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Format Selection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User selects target format families (Display, Email, Social, Print). Dimensions auto-loaded.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42616"/>
            <a:ext cx="0" cy="219456"/>
          </a:xfrm>
          <a:prstGeom prst="line">
            <a:avLst/>
          </a:prstGeom>
          <a:noFill/>
          <a:ln w="25400">
            <a:solidFill>
              <a:srgbClr val="6366F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Adaptation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AI applies crop zone rules, text reflow, hierarchy scaling, brand constraint checks per format.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410712"/>
            <a:ext cx="0" cy="219456"/>
          </a:xfrm>
          <a:prstGeom prst="line">
            <a:avLst/>
          </a:prstGeom>
          <a:noFill/>
          <a:ln w="25400">
            <a:solidFill>
              <a:srgbClr val="6366F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67328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Conflict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Formats where AI cannot auto-resolve (e.g. CTA clips) are flagged. Others auto-approve.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178808"/>
            <a:ext cx="0" cy="219456"/>
          </a:xfrm>
          <a:prstGeom prst="line">
            <a:avLst/>
          </a:prstGeom>
          <a:noFill/>
          <a:ln w="25400">
            <a:solidFill>
              <a:srgbClr val="6366F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35424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535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Conflict Resolution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764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User sees AI suggestion for each conflict. One tap to apply. Edits propagate to that format only.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Proof: PhonePe Offer Operations — Define Once, Render Everywhere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Rebuilt ₹100Cr rewards portfolio with reusable offer card primitives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76148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500+ brand partners launched independently using shared templates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32841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Master offer template → configurable variables → rendered per audience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895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TAT: 2 days → 30 minutes (same "render everywhere" architecture)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4622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AdCanvas: same "define once, adapt to format" pattern for creatives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1E"/>
                </a:solidFill>
              </a:rPr>
              <a:t>4 Screens — Master to Export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01 — Master Canvas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Hero editor view. Master creative with live format variant panel. Format chips show adapted/conflict status. Conflict count visible at a glance.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02 — Format Variants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All 6 variants shown side-by-side. AI adapts each from master. Conflicts highlighted in amber. Non-conflicting formats auto-approved.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03 — All Formats Ready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Success state: "Saved 4.2 hours." 6 formats adapted, 2 conflicts resolved. Export package ready individually or as a set.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04 — Template Library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Saved master templates with variant count and performance data. CTR of AdCanvas campaigns vs manual adaptation. Insight card per template.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Creative Velocity, Consistency &amp; Campaign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18 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Format adaptation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vs 4+ hours manual per campaign (93% reduction)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+31%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CTR lift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AdCanvas campaigns vs manually adapted variants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94%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Auto-resolve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conflicts resolved by AI without user input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12× formats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from one master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per campaign — consistent brand application guaranteed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A1E"/>
                </a:solidFill>
              </a:rPr>
              <a:t>PhonePe Offer Templates: Define Once, Render Everywhere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F0A1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PhonePe: What I Built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Rebuilt ₹100Cr static offer portfolio into reusable template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500+ brand partners each created offers using shared primitives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1638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Offer card: define once (headline, image, CTA, audience) → rendered per segment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Operations TAT: 2 days → 30 minutes through template-first architecture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Same creative defined once; rendered to 10+ audience segments automatically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AdCanvas: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Creative defined once in master canvas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334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Rendered to 12+ ad format variants automatically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163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Format constraints handled by AI, not the creator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6941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Conflicts (CTA clips, crop zones) flagged for human resolution only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245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Same "define once, render everywhere" architecture — different medium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Display Pilot to Full Multi-Format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Phase 1 — Display Pilot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Launch AdCanvas for Display formats (300×250, 728×90, 160×600, 320×50). A/B: AdCanvas vs manual adaptation. Measure: adaptation time, conflict rate, user satisfaction score.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Phase 2 — Social + Email (Month 3–4)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Extend master→variant model to Social (Facebook, Instagram) and Email (hero banner, thumbnail). Add email-specific constraint rules (44px touch targets, mobile reflow).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Phase 3 — Print + Full Suite (Month 5–6)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 Print format family (PDF/SVG output). Master creative covers all output families. Template library live with CTR performance benchmarks per saved master.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1A103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What I Need: Format constraint rules library · AI crop/reflow model · Design team sign-off on master template spec · Eng sprint for conflict-flagging logic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2026-06-04T15:14:29Z</dcterms:created>
  <dcterms:modified xsi:type="dcterms:W3CDTF">2026-06-04T15:14:29Z</dcterms:modified>
</cp:coreProperties>
</file>