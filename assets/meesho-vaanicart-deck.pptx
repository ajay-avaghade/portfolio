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43397"/>
                </a:solidFill>
              </a:rPr>
              <a:t>MEESHO VOICE COMMERCE &amp; USER EXPERIENCE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Vaani-Cart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0FC"/>
                </a:solidFill>
              </a:rPr>
              <a:t>Voice-First Conversational Checkout for the Next 500 Million Users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560320" cy="36576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5E5"/>
                </a:solidFill>
              </a:rPr>
              <a:t>Presented by Ajay Avaghade · Product Manager 2 Candidate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754880"/>
            <a:ext cx="2286000" cy="1737360"/>
          </a:xfrm>
          <a:prstGeom prst="rect">
            <a:avLst/>
          </a:prstGeom>
          <a:solidFill>
            <a:srgbClr val="F43397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846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60%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583680" y="5577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6F0"/>
                </a:solidFill>
              </a:rPr>
              <a:t>cart abandonment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6F0"/>
                </a:solidFill>
              </a:rPr>
              <a:t>non-metro regions of India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First-Time Internet Shoppers Face Significant Friction During Checkout Form Fields.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2651760" cy="283464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⌨️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397"/>
                </a:solidFill>
              </a:rPr>
              <a:t>50-60%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Cart drop-offs at address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Typing full addresses in English and pinpointing locations is difficult for non-literate buyers.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572768"/>
            <a:ext cx="2651760" cy="283464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64408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397"/>
                </a:solidFill>
              </a:rPr>
              <a:t>40%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64408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Invalid delivery address RTO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Typing vague landmarks like "near school" without street details leads to delivery failures.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572768"/>
            <a:ext cx="2651760" cy="283464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397"/>
                </a:solidFill>
              </a:rPr>
              <a:t>30%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17336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Support tickets from checkout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Sellers and users face confusion during manual payment and address input on mobile screens.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7498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26864"/>
            <a:ext cx="8010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Root cause: Mobile checkout forms are optimized for desktop/Western paradigms. For India's Tier 2/3/4 towns, voice is the natural medium. Text-based inputs block e-commerce adoption for the next 500 million internet users.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3543"/>
                </a:solidFill>
              </a:rPr>
              <a:t>Shift from Static Typing to Voice-First Conversational Checkout in Local Languages.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❌  Text-Based Checkout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Complex text boxes requiring manual keyboard 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English-only fields for Hindi/vernacular consumers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916936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No validation of addresses until delivery attempt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3300984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Manual entry of landmarks is confusing on mobile screens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68503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Static confirmation screen with zero support assistance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2651760"/>
            <a:ext cx="658368" cy="658368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56048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02352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397"/>
                </a:solidFill>
              </a:rPr>
              <a:t>✅  Vaani-Cart (Proposed)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2352" y="214884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1-click microphone to dictate details instantly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02352" y="2532888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Full vernacular integration supporting regional dialects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02352" y="2916936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Speech-to-Address parser auto-fills structured forms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3300984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Auto-validation maps spoken landmarks to pin locations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02352" y="3685032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Generative audio bot confirms order details aloud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45152"/>
            <a:ext cx="8321040" cy="65836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681728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 Voice inputs eliminate the digital literacy gap. Translating regional dialects to structured form values at checkout makes transactions feel like talking to a local shopkeeper.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Vaani-Cart Stack: Capture, Parse, Validate, and Speak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" y="1664208"/>
            <a:ext cx="0" cy="3840480"/>
          </a:xfrm>
          <a:prstGeom prst="line">
            <a:avLst/>
          </a:prstGeom>
          <a:noFill/>
          <a:ln w="19050">
            <a:solidFill>
              <a:srgbClr val="F4339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Voice Checkout Banner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Surfaces a glowing purple microphone widget directly in the shopping cart. "बोलकर आर्डर करें" CTA prompts user engagement.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2951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Speech Capture &amp; Wave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88720" y="256946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Edge speech processing starts on microphone tap. User describes address details in Hindi, Bengali, or local dialects.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081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Real-Time Address Parsing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88720" y="335584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AI parser breaks down speech input into structured parameters: City, Locality, Landmark, House Number, and Pincode.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867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Landmark Verification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4142232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Resolves spoken landmarks against geographic databases to assign precise GPS pins, preventing delivery failures.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54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654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Generative Audio Confirmation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88720" y="492861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Vaani speaks out the confirmation summary: "Your order is confirmed for Gandhi Nagar. Total is ₹482 COD." Users confirm via simple voice response.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66928"/>
          </a:xfrm>
          <a:prstGeom prst="rect">
            <a:avLst/>
          </a:prstGeom>
          <a:solidFill>
            <a:srgbClr val="1E1A26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687568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0FC"/>
                </a:solidFill>
              </a:rPr>
              <a:t>PhonePe Parallel: Surfacing cart-level triggers to incentivize checkouts maps directly to cart optimization. Surfacing real-time parameters dynamically mirrors offers eligibility engines.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3543"/>
                </a:solidFill>
              </a:rPr>
              <a:t>Interactive Prototypes — Voice Checkout Funnel and Analytics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— Cart Voice Banner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🛒 My Cart (1 Item)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Anarkali Kurta Set (M)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Price: ₹482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✨ MEESHO VAANI AI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बोलकर आर्डर करें (Voice)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🎤 Tap to Speak Address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| | | | Wave active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344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Prominent Vaani Voice Checkout card in shopping cart. Microphone tap activates recording wave.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— Speech Form Fill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0904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🗣️ Address Parser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"राम मंदिर के पीछे, गांधी नगर,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पटना..."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 Details: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City: Patna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Locality: Gandhi Nagar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Landmark: Behind Temple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42616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Displays spoken address parsed in real-time. Structured fields (City, Landmark, Pincode) auto-populate.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— Audio Confirmation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🎙️ Confirmation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🔊 "आर्डर पटना के लिए है।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कुल ₹482 COD. आर्डर करने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के लिए हाँ बोलें"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Say: "हाँ आर्डर कर दो"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Confirm Order ✓ 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8888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GenAI voice reciting confirmation: "Order for Gandhi Nagar. Say Yes to confirm." Simple voice agreement.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0296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— Funnel Analytics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13448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Vaani-Cart Metrics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Voice Share: 34.6%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Completion: 82.4%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Funnel completion: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Voice:  ████████ 82.4%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English:██████ 68.2%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Hindi:  █████ 58.5%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95160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Ops dashboard mapping voice completion vs. text checkouts. Visualizes language distribution.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6291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3397"/>
                </a:solidFill>
              </a:rPr>
              <a:t>Live prototype: meesho-vaanicart-prototype.html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Funnel Lift &amp; Address Validation Metrics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3397"/>
                </a:solidFill>
              </a:rPr>
              <a:t>USER ENGAGEMENT &amp; CONVERSION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3397"/>
                </a:solidFill>
              </a:rPr>
              <a:t>OPERATIONAL &amp; LOGISTICAL ROI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14%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93392" y="18013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Checkout conversion rate (lift)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34%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93392" y="2569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Share of checkouts via voice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50%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93392" y="33375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Support tickets regarding checkouts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059936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82%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93392" y="41056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Voice-checkout user retention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755648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40%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99632" y="18013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Invalid address delivery failures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523744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28%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99632" y="25694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Address parsing match accuracy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291840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18%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99632" y="33375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RTO due to incorrect address 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4059936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₹8 Cr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99632" y="41056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Annual savings in delivery re-routing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974336"/>
            <a:ext cx="8321040" cy="7498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029200"/>
            <a:ext cx="80101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Voice-driven cart conversion opens transactional doors to non-tech-savvy users. Eliminating keyboard barriers makes ordering simple, driving brand penetration in rural markets.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3543"/>
                </a:solidFill>
              </a:rPr>
              <a:t>Leveraging PhonePe Cart &amp; UX Optimization to Scale Vaani-Cart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840480" cy="3730752"/>
          </a:xfrm>
          <a:prstGeom prst="rect">
            <a:avLst/>
          </a:prstGeom>
          <a:solidFill>
            <a:srgbClr val="353543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397"/>
                </a:solidFill>
              </a:rPr>
              <a:t>PhonePe Experience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Built dynamic cart incentivization engine for quick commerce, reducing cart abandonment by 60%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Diagnosed checkout drops and designed contextual prompts that raised average order value (35% lift)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Deployed ML propensity models for surfacing transaction-level offers across large scales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Maintained and optimized payment confirmation scripts across complex checkout corridoors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420624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Set up performance analytics pipelines to track funnel conversions at the city level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1298448"/>
            <a:ext cx="4297680" cy="3730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41732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397"/>
                </a:solidFill>
              </a:rPr>
              <a:t>Meesho PM2 Relevance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Cart abandonment diagnostics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Vaani-Cart address validation focus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3712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Contextual checkout prompts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Voice mic surfacing &amp; audio brief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Transaction eligibility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Speech-to-Address auto form fill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Funnel conversion metrics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Checkout drop-off dashboard metrics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3712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P&amp;L impact ownership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Shipping cost recovery tracking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5138928"/>
            <a:ext cx="8321040" cy="594360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175504"/>
            <a:ext cx="8010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"Voice inputs are checkout boosters. Applying conversational flows to address entry resolves the single biggest drop-off point in Tier-2+ Indian e-commerce."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Cart Integration → Address Parsing Test → Platform Rollout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70048" cy="310896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0FC"/>
                </a:solidFill>
              </a:rPr>
              <a:t>Month 1–2: Cart Voice Banner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Integrate Vaani mic widget into cart page for 10% of Hindi-speaking users. Measure mic tap rate and basic completion metrics. Target: 10% drop-off reduction.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70048" cy="310896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0FC"/>
                </a:solidFill>
              </a:rPr>
              <a:t>Month 3–4: Address Parser Scaling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Introduce landmark-mapping API and speech-to-form fills. A/B test voice confirmation voice notes in 3 languages (Hindi, Bengali, Telugu). Target: 15% checkout lift.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670048" cy="310896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6" name="Text 14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08776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0FC"/>
                </a:solidFill>
              </a:rPr>
              <a:t>Month 5–6: Full Platform Scaling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Roll out voice checkout platform-wide. Link Vaani voice help to delivery agent coordinate maps to ensure seamless last-mile drops. Target: 40% invalid address reduction.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626864"/>
            <a:ext cx="8321040" cy="658368"/>
          </a:xfrm>
          <a:prstGeom prst="rect">
            <a:avLst/>
          </a:prstGeom>
          <a:solidFill>
            <a:srgbClr val="1E1A2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63440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0FC"/>
                </a:solidFill>
              </a:rPr>
              <a:t>Requirements: Speech-to-text API integration, landmark resolution database, 1 UI/UX designer, 1 Android engineer, and analytics support.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5394960"/>
            <a:ext cx="8321040" cy="56692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431536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Ajay Avaghade  |  avaghadeajay009@gmail.com  |  +91 9561558439  |  ajay-avaghade.github.io/Portfolio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2026-06-12T07:15:32Z</dcterms:created>
  <dcterms:modified xsi:type="dcterms:W3CDTF">2026-06-12T07:15:32Z</dcterms:modified>
</cp:coreProperties>
</file>