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109728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2743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6459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30175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500000">
            <a:off x="43891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500000">
            <a:off x="57607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71323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500000">
            <a:off x="85039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500000">
            <a:off x="98755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260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RETAIL  ·  MARKETPLACE OPERATIONS  ·  CASE STUDY 03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8229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OpsIQ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20040" y="2121408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4-Week Excel Lag with 4-Hour Anomaly Detection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" y="2706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Product Manager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200400"/>
            <a:ext cx="2560320" cy="1508760"/>
          </a:xfrm>
          <a:prstGeom prst="rect">
            <a:avLst/>
          </a:prstGeom>
          <a:solidFill>
            <a:srgbClr val="180A12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101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−82%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309360" y="4041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issue fix cycle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901184"/>
            <a:ext cx="9144000" cy="246888"/>
          </a:xfrm>
          <a:prstGeom prst="rect">
            <a:avLst/>
          </a:prstGeom>
          <a:solidFill>
            <a:srgbClr val="120810"/>
          </a:solidFill>
          <a:ln w="12700">
            <a:solidFill>
              <a:srgbClr val="1208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01184"/>
            <a:ext cx="1645920" cy="246888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Fill Rate Crisis Detected in 4 Days Is 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Crisis That Already Happened.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0352" y="1691640"/>
            <a:ext cx="2487168" cy="196596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A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755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0720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ops issue detection lag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318211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Excel reports = 4-7 day visibility gap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36976" y="1691640"/>
            <a:ext cx="2487168" cy="196596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A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74136" y="1755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46704" y="221284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Siloed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46704" y="280720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ops team monitors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46704" y="318211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GMV, fill rate, SLA, returns, seller health, NPS — all separate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0" y="1691640"/>
            <a:ext cx="2487168" cy="196596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A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755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53328" y="221284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−0.8pt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53328" y="280720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impact of a 4-hour drop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53328" y="318211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it's in Excel, 2,000 customers already complained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8503920" cy="82296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822192"/>
            <a:ext cx="54864" cy="82296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6791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Chilled Foods fill rate drop from 94%→61% happened in 4 hours. With today's Excel-based ops model, the VP finds out on Friday. With OpsIQ, the ops team gets an alert in 4 minutes.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Not a Better Dashboard.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Unified Intelligence Layer with a Brain.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13632" cy="2395728"/>
          </a:xfrm>
          <a:prstGeom prst="rect">
            <a:avLst/>
          </a:prstGeom>
          <a:solidFill>
            <a:srgbClr val="0C0408"/>
          </a:solidFill>
          <a:ln w="12700">
            <a:solidFill>
              <a:srgbClr val="2A102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13632" cy="329184"/>
          </a:xfrm>
          <a:prstGeom prst="rect">
            <a:avLst/>
          </a:prstGeom>
          <a:solidFill>
            <a:srgbClr val="2C1020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1790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Today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50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 separate dashboards, none talking to each other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Weekly Excel export — issues aged 4-7 days before 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Ops team manually correlates signals across systems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Jira tickets created after VP escalation, not before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73168" y="1463040"/>
            <a:ext cx="3913632" cy="2395728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463040"/>
            <a:ext cx="3913632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51790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OpsIQ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938528"/>
            <a:ext cx="36850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Single health dashboard — all KPIs unified, anomaly feed live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ML anomaly detection fires in &lt;30 min of signal emergence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root-cause analysis: 3 ranked drivers with confidence scores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Auto-generated Jira backlog — tickets ready before ops manager asks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15968" y="2359152"/>
            <a:ext cx="512064" cy="512064"/>
          </a:xfrm>
          <a:prstGeom prst="ellipse">
            <a:avLst/>
          </a:prstGeom>
          <a:solidFill>
            <a:srgbClr val="E8001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1596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005072"/>
            <a:ext cx="8229600" cy="768096"/>
          </a:xfrm>
          <a:prstGeom prst="rect">
            <a:avLst/>
          </a:prstGeom>
          <a:solidFill>
            <a:srgbClr val="180A12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05072"/>
            <a:ext cx="54864" cy="768096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5079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exact transition at PhonePe: 6 siloed analyst workflows → unified intelligence layer. TAT 2 days → 4 hours. −68% escalation tickets in 60 days.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Diagnose → Act — All in Under 30 Minutes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78992" y="1682496"/>
            <a:ext cx="6656832" cy="0"/>
          </a:xfrm>
          <a:prstGeom prst="line">
            <a:avLst/>
          </a:prstGeom>
          <a:noFill/>
          <a:ln w="25400">
            <a:solidFill>
              <a:srgbClr val="5A30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20040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115568"/>
            <a:ext cx="402336" cy="402336"/>
          </a:xfrm>
          <a:prstGeom prst="ellipse">
            <a:avLst/>
          </a:prstGeom>
          <a:solidFill>
            <a:srgbClr val="E8001B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OpsIQ ingests real-time signals: order data, inventory feeds, seller SLA logs, NPS verbatims, hub capacity telemetry — unified into single pipeline.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84248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115568"/>
            <a:ext cx="402336" cy="4023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75688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75688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model: 3σ deviation from 30-day rolling baseline triggers alert. Category × hub × time-of-day segmented. Severity: Critical / High / Watch.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48456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06240" y="1115568"/>
            <a:ext cx="402336" cy="402336"/>
          </a:xfrm>
          <a:prstGeom prst="ellipse">
            <a:avLst/>
          </a:prstGeom>
          <a:solidFill>
            <a:srgbClr val="C8952A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9896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Classification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39896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alerts NLP-tagged across 8 issue types: stock-out, SLA breach, seller inactive, routing error, hub overload, taxonomy error, pricing, quality.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12664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70448" y="111556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04104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 Cause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04104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ranked root causes with confidence scores. Evidence cited from data. Generated in &lt;5 seconds. Ops team validates — not investigates.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76872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34656" y="1115568"/>
            <a:ext cx="402336" cy="402336"/>
          </a:xfrm>
          <a:prstGeom prst="ellipse">
            <a:avLst/>
          </a:prstGeom>
          <a:solidFill>
            <a:srgbClr val="0070C9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34656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68312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Auto-Jira + Action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68312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root cause maps to an auto-drafted Jira ticket with owner, SLA, and severity. 1-click create. No manual ticket writing. Fix cycle: 4h vs 4 days.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4370832"/>
            <a:ext cx="8503920" cy="429768"/>
          </a:xfrm>
          <a:prstGeom prst="rect">
            <a:avLst/>
          </a:prstGeom>
          <a:solidFill>
            <a:srgbClr val="12081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07408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this at PhonePe: 6 siloed ops workflows → unified layer. TAT 2d→4h. −68% escalation tickets in 60 days.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 States — From Signal to Resolution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1920240" cy="54864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353312"/>
            <a:ext cx="347472" cy="237744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 tiles: GMV, fill rate, SLA compliance, return rate. Live anomaly feed with severity badges. 1-click drill-down per anomaly. Red/orange/green status at a glance.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188720"/>
            <a:ext cx="192024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353312"/>
            <a:ext cx="34747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0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Drill-Down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detail: time detected, orders at risk, GMV exposure, NLP issue tags. Event timeline showing signal emergence. Impact quantified before ops team acts.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17136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17136" y="1188720"/>
            <a:ext cx="1920240" cy="5486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353312"/>
            <a:ext cx="347472" cy="23774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26864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 Cause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26864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ranked root causes with confidence scores (84%, 71%, 58%). Evidence summary per driver. Recommended action per cause with 1-click approve/escalate/create Jira.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1188720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93408" y="1353312"/>
            <a:ext cx="347472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93408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Console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93408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SLA breach log. Filter by severity, category, hub. Auto-generated Jira tickets ready to create. Seller communication auto-drafted. Fix cycle tracking.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maf-opsiq-prototype.html  ·  All 4 states interactive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→ 30 Minutes. The Same Fix. Zero Additional Cost.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77640" cy="274320"/>
          </a:xfrm>
          <a:prstGeom prst="rect">
            <a:avLst/>
          </a:prstGeom>
          <a:solidFill>
            <a:srgbClr val="180A12"/>
          </a:solidFill>
          <a:ln w="12700">
            <a:solidFill>
              <a:srgbClr val="180A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27432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 Impact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time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4-7 day Excel lag today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82%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fix cycle time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688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days to hours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68%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capacity freed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firefighting → strategy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3774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688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diagnosed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688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per anomaly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63440" y="1188720"/>
            <a:ext cx="3977640" cy="274320"/>
          </a:xfrm>
          <a:prstGeom prst="rect">
            <a:avLst/>
          </a:prstGeom>
          <a:solidFill>
            <a:srgbClr val="180A12"/>
          </a:solidFill>
          <a:ln w="12700">
            <a:solidFill>
              <a:srgbClr val="180A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188720"/>
            <a:ext cx="54864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0.4pt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548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impact prevented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critical anomaly caught early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7208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122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68K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122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exposure resolved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122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Chilled Foods incident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634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68%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548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escalation tickets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baseline — same architecture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208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122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122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now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122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4-week Excel lag today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0" y="1188720"/>
            <a:ext cx="0" cy="3127248"/>
          </a:xfrm>
          <a:prstGeom prst="line">
            <a:avLst/>
          </a:prstGeom>
          <a:noFill/>
          <a:ln w="12700">
            <a:solidFill>
              <a:srgbClr val="3A182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20040" y="4498848"/>
            <a:ext cx="8503920" cy="365760"/>
          </a:xfrm>
          <a:prstGeom prst="rect">
            <a:avLst/>
          </a:prstGeom>
          <a:solidFill>
            <a:srgbClr val="180A12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26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transition at PhonePe. The architecture is proven. This is the same system applied to MAF's marketplace ops problem.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Replaced 6 Siloed Workflows with This. At PhonePe.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2651760"/>
          </a:xfrm>
          <a:prstGeom prst="rect">
            <a:avLst/>
          </a:prstGeom>
          <a:solidFill>
            <a:srgbClr val="0C0408"/>
          </a:solidFill>
          <a:ln w="12700">
            <a:solidFill>
              <a:srgbClr val="2A102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329184"/>
          </a:xfrm>
          <a:prstGeom prst="rect">
            <a:avLst/>
          </a:prstGeom>
          <a:solidFill>
            <a:srgbClr val="2C1020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— What I Built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03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Inherited 6 fragmented analyst workflows across Offers, Merchants, GMV, Escalations, Compliance, and NPS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Defined KPIs, instrumented full pipeline before build began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Replaced all 6 with unified ops intelligence layer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Result: TAT 2 days → 4 hours  ·  −68% escalation tickets  ·  60-day deployment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931920" cy="2651760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393192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Map to OpsIQ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703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OpsIQ unified health dashboard (replaces 6 siloed dashboards)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OpsIQ KPI instrumentation + anomaly detection engine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OpsIQ AI root-cause + auto-Jira (replaces manual investigation)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OpsIQ 30-min detection vs 4-day Excel lag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15968" y="2359152"/>
            <a:ext cx="512064" cy="512064"/>
          </a:xfrm>
          <a:prstGeom prst="ellipse">
            <a:avLst/>
          </a:prstGeom>
          <a:solidFill>
            <a:srgbClr val="E8001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1596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180A12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41648"/>
            <a:ext cx="54864" cy="749808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87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concept. I shipped this at 350M+ MAU scale. The MAF version is the same architecture applied to a smaller, more tractable problem.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Category. Prove the Detection Speed. Scale to All Ops.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33472" cy="24505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33472" cy="54864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9768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8470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Chilled Foods Category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304288"/>
            <a:ext cx="2414016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95728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OpsIQ for Chilled Foods only. Wire to inventory feeds + seller SLA logs + NPS stream. Measure: detection lag (target &lt;30 min), false positive rate, ops team adoption.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18104" y="1188720"/>
            <a:ext cx="2633472" cy="24505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18104" y="1188720"/>
            <a:ext cx="2633472" cy="5486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27832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27832" y="18470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+ AI RCA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2304288"/>
            <a:ext cx="2414016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2395728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ML anomaly detection across all categories. Deploy AI root-cause analysis with NLP issue tagging. Integrate with Jira for auto-ticket creation. Target: −60% escalation tickets.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16168" y="1188720"/>
            <a:ext cx="2633472" cy="24505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16168" y="1188720"/>
            <a:ext cx="26334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25896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25896" y="18470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Marketplace Ops Intelligence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25896" y="2304288"/>
            <a:ext cx="2414016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2395728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KPIs unified in single health dashboard. Seller escalation console live for all category managers. Predictive alerting: flag at-risk sellers 48h before breach.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803904"/>
            <a:ext cx="8503920" cy="621792"/>
          </a:xfrm>
          <a:prstGeom prst="rect">
            <a:avLst/>
          </a:prstGeom>
          <a:solidFill>
            <a:srgbClr val="120810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03904"/>
            <a:ext cx="54864" cy="621792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need: Real-time access to order, inventory, and SLA data feeds  ·  Jira API integration  ·  1 data engineer + 1 backend engineer  ·  Ops team as co-owners from sprint 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20810"/>
          </a:solidFill>
          <a:ln w="12700">
            <a:solidFill>
              <a:srgbClr val="1208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006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 OpsIQ — CEO Pitch Deck</dc:title>
  <dc:subject>PptxGenJS Presentation</dc:subject>
  <dc:creator>Ajay Avaghade</dc:creator>
  <cp:lastModifiedBy>Ajay Avaghade</cp:lastModifiedBy>
  <cp:revision>1</cp:revision>
  <dcterms:created xsi:type="dcterms:W3CDTF">2026-05-28T18:57:45Z</dcterms:created>
  <dcterms:modified xsi:type="dcterms:W3CDTF">2026-05-28T18:57:45Z</dcterms:modified>
</cp:coreProperties>
</file>