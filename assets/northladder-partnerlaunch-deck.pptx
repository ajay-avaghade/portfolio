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" y="7772400"/>
            <a:ext cx="36576" cy="7315200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8B5CF6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7223760"/>
            <a:ext cx="36576" cy="7315200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8B5CF6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6675120"/>
            <a:ext cx="36576" cy="7315200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8B5CF6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92224" y="6126480"/>
            <a:ext cx="36576" cy="7315200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8B5CF6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50592" y="5577840"/>
            <a:ext cx="36576" cy="7315200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8B5CF6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5029200"/>
            <a:ext cx="36576" cy="7315200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8B5CF6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67328" y="4480560"/>
            <a:ext cx="36576" cy="7315200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8B5CF6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25696" y="3931920"/>
            <a:ext cx="36576" cy="7315200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8B5CF6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84064" y="3383280"/>
            <a:ext cx="36576" cy="7315200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8B5CF6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42432" y="2834640"/>
            <a:ext cx="36576" cy="7315200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8B5CF6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286000"/>
            <a:ext cx="36576" cy="7315200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8B5CF6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59168" y="1737360"/>
            <a:ext cx="36576" cy="7315200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8B5CF6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17536" y="1188720"/>
            <a:ext cx="36576" cy="7315200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8B5CF6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5904" y="640080"/>
            <a:ext cx="36576" cy="7315200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8B5CF6">
                <a:alpha val="6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NorthLadder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7498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CASE STUDY — FOUNDING PM CANDIDATE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57200" y="118872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PartnerLaunch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Integration Studio — New Country in 6 Weeks, Not 6 Months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164592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Ajay Avaghade · Founding PM Candidate · Dubai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4572000"/>
            <a:ext cx="2286000" cy="1645920"/>
          </a:xfrm>
          <a:prstGeom prst="rect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754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wks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492240" y="53492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 live in a new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(from 4–6 months)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NorthLadder's growth is gated by how fast it can get a new telco live.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now, that's 4–6 months of bespoke engineering.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2606040" cy="2651760"/>
          </a:xfrm>
          <a:prstGeom prst="rect">
            <a:avLst/>
          </a:prstGeom>
          <a:solidFill>
            <a:srgbClr val="0D1526"/>
          </a:solidFill>
          <a:ln w="12700">
            <a:solidFill>
              <a:srgbClr val="8B5CF6">
                <a:alpha val="25000"/>
              </a:srgbClr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783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mo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Launch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Partner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telco/retailer requires bespoke API integration, custom pricing rules, white-label UI configuration, and country-specific compliance. All manual.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1600200"/>
            <a:ext cx="2606040" cy="2651760"/>
          </a:xfrm>
          <a:prstGeom prst="rect">
            <a:avLst/>
          </a:prstGeom>
          <a:solidFill>
            <a:srgbClr val="0D1526"/>
          </a:solidFill>
          <a:ln w="12700">
            <a:solidFill>
              <a:srgbClr val="8B5CF6">
                <a:alpha val="25000"/>
              </a:srgbClr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783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0" y="2423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Already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29718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launched with high engineering overhead. The integration knowledge is trapped in people's heads, not in a configurable product.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35040" y="1600200"/>
            <a:ext cx="2606040" cy="2651760"/>
          </a:xfrm>
          <a:prstGeom prst="rect">
            <a:avLst/>
          </a:prstGeom>
          <a:solidFill>
            <a:srgbClr val="0D1526"/>
          </a:solidFill>
          <a:ln w="12700">
            <a:solidFill>
              <a:srgbClr val="8B5CF6">
                <a:alpha val="25000"/>
              </a:srgbClr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783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35040" y="2423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Market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29718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average, launching in a new market consumes 1 full-time engineer for 4–6 months. This is the bottleneck to NorthLadder's expansion velocity.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4389120"/>
            <a:ext cx="8412480" cy="777240"/>
          </a:xfrm>
          <a:prstGeom prst="rect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348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PartnerLaunch is a self-serve configuration studio: partner configures market, currency, device catalogue, pricing rules, payout methods, and white-label UI from a web interface — no NorthLadder engineering touch. API docs, sandbox, and integration health monitoring are all self-serve. Target: new partner live in 6 weeks, 1 NL solutions engineer for QA only.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0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partner integration has the same 6 components. Productise the 6. Don't re-engineer the 6.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517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265176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4813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481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Legal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82880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+ currency + regulatory docs (GDPR, PDPA, etc.) + data residency config. All templated, self-serve, guided.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6517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371600"/>
            <a:ext cx="265176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4813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03320" y="1481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Catalogue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182880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select from 1,200+ device catalogue. Set supported brands/models per market. Exclude discontinued devices.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517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371600"/>
            <a:ext cx="265176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4813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37960" y="1481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Rules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44768" y="182880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PriceIQ or set manual margin targets. Per-brand pricing overrides. New model launch protocol config.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26517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91840"/>
            <a:ext cx="265176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4015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34015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Methods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" y="374904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Configure: bank transfer, store credit, gift voucher, upgrade discount. Country-specific payout routing.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3291840"/>
            <a:ext cx="26517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3291840"/>
            <a:ext cx="265176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34015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03320" y="34015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UI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10128" y="374904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brand colours, font. Trade-in flow copy. Language/RTL configuration. Hosted or API-embedded modes.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3291840"/>
            <a:ext cx="26517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3291840"/>
            <a:ext cx="265176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4768" y="34015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37960" y="34015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Go-Live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44768" y="374904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API keys auto-generated. Test suite pre-built. Integration health dashboard. Go-live approval checklist.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PartnerLaunch moves for NorthLadder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65960" cy="1600200"/>
          </a:xfrm>
          <a:prstGeom prst="rect">
            <a:avLst/>
          </a:prstGeom>
          <a:solidFill>
            <a:srgbClr val="0D1526"/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wks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Go Live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4–6 months)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self-serves configuration. NL solutions engineer does QA only. 1 week for legal, 3 weeks config + test, 2 weeks staging.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14600" y="1371600"/>
            <a:ext cx="1965960" cy="1600200"/>
          </a:xfrm>
          <a:prstGeom prst="rect">
            <a:avLst/>
          </a:prstGeom>
          <a:solidFill>
            <a:srgbClr val="0D1526"/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1460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Launch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06040" y="24505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2–3 new markets per year (engineering-gated) to 10–15 per year (config-gated). Expansion velocity directly unlocked.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65960" cy="1600200"/>
          </a:xfrm>
          <a:prstGeom prst="rect">
            <a:avLst/>
          </a:prstGeom>
          <a:solidFill>
            <a:srgbClr val="0D1526"/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FTEs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New Partner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0" y="24505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PartnerLaunch eliminates the per-partner engineering cost. NL's engineering team works on platform — not per-partner customisation.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812280" y="1371600"/>
            <a:ext cx="1965960" cy="1600200"/>
          </a:xfrm>
          <a:prstGeom prst="rect">
            <a:avLst/>
          </a:prstGeom>
          <a:solidFill>
            <a:srgbClr val="0D1526"/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1228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Resource Per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(From 1 Dev)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03720" y="24505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solutions engineer does the go-live checklist QA. No full-time dev embedded. Frees 3–5 months of engineering per partner.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1965960" cy="1600200"/>
          </a:xfrm>
          <a:prstGeom prst="rect">
            <a:avLst/>
          </a:prstGeom>
          <a:solidFill>
            <a:srgbClr val="0D1526"/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375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5760" y="3913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Parallel: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Platform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42793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PhonePe self-serve merchant platform: 5,000+ merchants onboarded with zero ops touch. PartnerLaunch is the same pattern for B2B partners.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14600" y="3200400"/>
            <a:ext cx="1965960" cy="1600200"/>
          </a:xfrm>
          <a:prstGeom prst="rect">
            <a:avLst/>
          </a:prstGeom>
          <a:solidFill>
            <a:srgbClr val="0D1526"/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33375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514600" y="3913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Health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06040" y="42793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uptime, error rates, SLA tracking per partner. Partners can debug their own integrations without NL support tickets.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663440" y="3200400"/>
            <a:ext cx="1965960" cy="1600200"/>
          </a:xfrm>
          <a:prstGeom prst="rect">
            <a:avLst/>
          </a:prstGeom>
          <a:solidFill>
            <a:srgbClr val="0D1526"/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3375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20→50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663440" y="3913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Expansion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42793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Expansion-by-configuration rather than expansion-by-engineering. Target: 50 countries operated by 1 solutions team (not 1 dev team per region).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812280" y="3200400"/>
            <a:ext cx="1965960" cy="1600200"/>
          </a:xfrm>
          <a:prstGeom prst="rect">
            <a:avLst/>
          </a:prstGeom>
          <a:solidFill>
            <a:srgbClr val="0D1526"/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33375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12280" y="3913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Experience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Driver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903720" y="42793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who can self-serve, monitor, and configure are partners who renew contracts. PartnerLaunch reduces B2B churn by reducing friction and dependency.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 + ROLLOUT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0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→ PartnerLaunch mapping. 0→v1 in 16 weeks.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5029200" cy="2194560"/>
          </a:xfrm>
          <a:prstGeom prst="rect">
            <a:avLst/>
          </a:prstGeom>
          <a:solidFill>
            <a:srgbClr val="060910"/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→ PARTNERLAUNCH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Self-serve merchant platform (5,000+ merchants, 0 ops touch): built the exact pattern PartnerLaunch needs — configurable onboarding flow, API key issuance, sandbox, integration health. Same product, different customer (merchants → telcos).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EMI/BNPL merchant integration: designed the integration flow for 5,000+ merchants connecting to PhonePe PG. The complexity of per-merchant configuration (bank, product type, EMI terms) maps directly to per-partner configuration at NorthLadder.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Milestone gamification for setup completion: the "complete N steps to go live" wizard pattern is the same as PhonePe's merchant onboarding completion mechanic — 63% task completion rate. PartnerLaunch wizard uses this pattern.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577840" y="1325880"/>
            <a:ext cx="114300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44475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577840" y="18745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Studio MVP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32704" y="2240280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market/currency/catalogue config UI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632704" y="2624328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key generation + sandbox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632704" y="3008376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Gate: 2 internal partners migrate to self-serve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839712" y="1325880"/>
            <a:ext cx="114300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712" y="144475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7–12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39712" y="18745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+ White-label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94576" y="2240280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PriceIQ margin lever integration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894576" y="2624328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White-label logo/colour/copy configurator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94576" y="3008376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Gate: Vodafone UK configures live via studio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8101584" y="1325880"/>
            <a:ext cx="114300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01584" y="144475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13–16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101584" y="18745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+ Scale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56448" y="2240280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Integration health monitoring dashboard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156448" y="2624328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Go-live checklist + auto-QA checks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156448" y="3008376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Gate: new market launched in &lt;6 weeks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65760" y="3657600"/>
            <a:ext cx="8412480" cy="2011680"/>
          </a:xfrm>
          <a:prstGeom prst="rect">
            <a:avLst/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8221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COMPOUNDING CASE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4133088"/>
            <a:ext cx="8046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1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2 new markets/yr × 4-month engineering cost per market. PartnerLaunch target: 10 new markets/yr × 0 engineering cost per market.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81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1: save 8 × 4 months × 1 dev FTE = 32 dev-months. At AED 50K/mo dev cost = AED 1.6M saved. Redeployed to platform investment.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81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2+: 20+ new markets launched at config cost only. NorthLadder's addressable market doubles without doubling the team. This is the expansion flywheel.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2026-06-23T02:48:58Z</dcterms:created>
  <dcterms:modified xsi:type="dcterms:W3CDTF">2026-06-23T02:48:58Z</dcterms:modified>
</cp:coreProperties>
</file>