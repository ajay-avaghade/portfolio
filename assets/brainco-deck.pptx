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BrainTrust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Bridging the Gap Between AI Models and Enterprise Trust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594360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Ajay Avaghade · Product Manager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21792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 Co. Case Study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0" y="1371600"/>
            <a:ext cx="2743200" cy="274320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0" y="201168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943600" y="292608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Goal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</a:rPr>
              <a:t>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</a:rPr>
              <a:t>Black-Box AI Models Are a Liability for Mission-Critical Clients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</a:rPr>
              <a:t>Client hesitation isn't about AI capabilities—it's about explainability and regulatory risk.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9E0B"/>
                </a:solidFill>
              </a:rPr>
              <a:t>80%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Adoption Drop-off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84048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Government clients resist using models they cannot explain to auditors.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0" y="274320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EA5E9"/>
                </a:solidFill>
              </a:rPr>
              <a:t>2 Weeks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200400" y="347472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Compliance Lag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00400" y="384048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Every model output requires manual checking against legal guidelines.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0" y="274320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9E0B"/>
                </a:solidFill>
              </a:rPr>
              <a:t>0%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943600" y="347472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Stakeholder Trust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43600" y="384048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Without transparent metrics, trust in AI systems rapidly deteriorates.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5486400"/>
            <a:ext cx="8229600" cy="914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" y="5669280"/>
            <a:ext cx="7863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</a:rPr>
              <a:t>Insight: Adoption accelerates when we shift from "Trust the AI" to "Verify the Rules".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</a:rPr>
              <a:t>THE INSIGHT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120"/>
                </a:solidFill>
              </a:rPr>
              <a:t>From Black-Box Engineering to Plain-English Compliance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3840480" cy="3200400"/>
          </a:xfrm>
          <a:prstGeom prst="rect">
            <a:avLst/>
          </a:prstGeom>
          <a:solidFill>
            <a:srgbClr val="E2E8F0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228600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120"/>
                </a:solidFill>
              </a:rPr>
              <a:t>Current State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0B1120"/>
                </a:solidFill>
              </a:rPr>
              <a:t>❌ Raw JSON decision logs</a:t>
            </a:r>
            <a:endParaRPr lang="en-US" sz="14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0B1120"/>
                </a:solidFill>
              </a:rPr>
              <a:t>❌ Heavy reliance on Data Scientists to explain outputs</a:t>
            </a:r>
            <a:endParaRPr lang="en-US" sz="14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0B1120"/>
                </a:solidFill>
              </a:rPr>
              <a:t>❌ Compliance is a reactive, manual process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06240" y="3200400"/>
            <a:ext cx="731520" cy="731520"/>
          </a:xfrm>
          <a:prstGeom prst="ellipse">
            <a:avLst/>
          </a:prstGeom>
          <a:solidFill>
            <a:srgbClr val="1E293B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06240" y="3383280"/>
            <a:ext cx="7315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VS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46320" y="2011680"/>
            <a:ext cx="3840480" cy="3200400"/>
          </a:xfrm>
          <a:prstGeom prst="rect">
            <a:avLst/>
          </a:prstGeom>
          <a:solidFill>
            <a:srgbClr val="F8FAFC"/>
          </a:solidFill>
          <a:ln w="25400">
            <a:solidFill>
              <a:srgbClr val="0EA5E9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120640" y="228600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A5E9"/>
                </a:solidFill>
              </a:rPr>
              <a:t>Proposed State (BrainTrust)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120640" y="2926080"/>
            <a:ext cx="3291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0B1120"/>
                </a:solidFill>
              </a:rPr>
              <a:t>✅ ML logic translated to Plain English</a:t>
            </a:r>
            <a:endParaRPr lang="en-US" sz="14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0B1120"/>
                </a:solidFill>
              </a:rPr>
              <a:t>✅ Non-technical officials can self-serve audits</a:t>
            </a:r>
            <a:endParaRPr lang="en-US" sz="14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400" dirty="0">
                <a:solidFill>
                  <a:srgbClr val="0B1120"/>
                </a:solidFill>
              </a:rPr>
              <a:t>✅ Compliance checks are automated in the loop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</a:rPr>
              <a:t>THE MECHANIC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</a:rPr>
              <a:t>How BrainTrust Secures the Deployment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14400" y="3200400"/>
            <a:ext cx="7315200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640080" y="2926080"/>
            <a:ext cx="548640" cy="54864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017520"/>
            <a:ext cx="548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120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3657600"/>
            <a:ext cx="12801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1. Model Executes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" y="411480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Core AI makes a prediction or classification.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68880" y="2926080"/>
            <a:ext cx="548640" cy="54864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0" name="Text 8"/>
          <p:cNvSpPr/>
          <p:nvPr/>
        </p:nvSpPr>
        <p:spPr>
          <a:xfrm>
            <a:off x="2468880" y="3017520"/>
            <a:ext cx="548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120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103120" y="3657600"/>
            <a:ext cx="12801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2. Confidence Capture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920240" y="411480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System logs feature weights and certainty.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297680" y="2926080"/>
            <a:ext cx="548640" cy="54864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4" name="Text 12"/>
          <p:cNvSpPr/>
          <p:nvPr/>
        </p:nvSpPr>
        <p:spPr>
          <a:xfrm>
            <a:off x="4297680" y="3017520"/>
            <a:ext cx="548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120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931920" y="3657600"/>
            <a:ext cx="12801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3. English Translation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749040" y="411480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ML factors converted to natural language.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26480" y="2926080"/>
            <a:ext cx="548640" cy="54864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0" y="3017520"/>
            <a:ext cx="548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120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760720" y="3657600"/>
            <a:ext cx="12801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4. Compliance Check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577840" y="411480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Output vetted against rigid legal constraints.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955280" y="2926080"/>
            <a:ext cx="548640" cy="54864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2" name="Text 20"/>
          <p:cNvSpPr/>
          <p:nvPr/>
        </p:nvSpPr>
        <p:spPr>
          <a:xfrm>
            <a:off x="7955280" y="3017520"/>
            <a:ext cx="5486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120"/>
                </a:solidFill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589520" y="3657600"/>
            <a:ext cx="12801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</a:rPr>
              <a:t>5. Exec Sign-Off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406640" y="4114800"/>
            <a:ext cx="164592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Clear audit trail delivered to stakeholders.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5486400"/>
            <a:ext cx="8229600" cy="7315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5669280"/>
            <a:ext cx="78638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</a:rPr>
              <a:t>Validation: We tested this framework on PhonePe's marketplace, reducing ops escalations by 40%.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</a:rPr>
              <a:t>THE PRODUCT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120"/>
                </a:solidFill>
              </a:rPr>
              <a:t>BrainTrust UX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4114800" cy="18288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011680"/>
            <a:ext cx="3749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120"/>
                </a:solidFill>
              </a:rPr>
              <a:t>01. Deployment Dashboard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3749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High-level view of model health and compliance rates.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1828800"/>
            <a:ext cx="4114800" cy="18288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0" y="2011680"/>
            <a:ext cx="3749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120"/>
                </a:solidFill>
              </a:rPr>
              <a:t>02. Explainer Interface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754880" y="2468880"/>
            <a:ext cx="3749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Translates raw JSON logs into plain-English justifications.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4114800"/>
            <a:ext cx="4114800" cy="18288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4297680"/>
            <a:ext cx="3749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120"/>
                </a:solidFill>
              </a:rPr>
              <a:t>03. Compliance Audit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4754880"/>
            <a:ext cx="3749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Checks model decisions against government regulations.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0" y="4114800"/>
            <a:ext cx="4114800" cy="18288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4297680"/>
            <a:ext cx="3749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120"/>
                </a:solidFill>
              </a:rPr>
              <a:t>04. Stakeholder Sign-Off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54880" y="4754880"/>
            <a:ext cx="374904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Generates non-technical reports for executive approval.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</a:rPr>
              <a:t>IMPACT &amp; ROI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</a:rPr>
              <a:t>Accelerating Adoption, Reducing Enterprise Friction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</a:rPr>
              <a:t>Client Impact (Government / Enterprise)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99% Audit Pass Rate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Automated guardrails ensure continuous compliance.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10x Review Velocity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Plain-English explanations eliminate DS bottleneck.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0" y="1828800"/>
            <a:ext cx="4114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Brain Co. Impact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0" y="22860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Faster Deployment Lifecycle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029200" y="27432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Self-serve audits drastically cut post-sales integration time.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0" y="36576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Higher NRR / Renewals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029200" y="4114800"/>
            <a:ext cx="3657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Trusted AI leads to expanded client scopes and seats.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</a:rPr>
              <a:t>PROOF OF WORK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120"/>
                </a:solidFill>
              </a:rPr>
              <a:t>Why Ajay Is Equipped to Build This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3931920" cy="365760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103120"/>
            <a:ext cx="3383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What I Built at PhonePe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3383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94A3B8"/>
                </a:solidFill>
              </a:rPr>
              <a:t>• Scaled Propensity-to-Transact ML to 350M+ users.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94A3B8"/>
                </a:solidFill>
              </a:rPr>
              <a:t>• Translated complex DS models into actionable marketing rules.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94A3B8"/>
                </a:solidFill>
              </a:rPr>
              <a:t>• Built zero-to-one B2B SaaS workflow tools, onboarding 5,000+ enterprise merchants.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828800"/>
            <a:ext cx="3931920" cy="36576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2103120"/>
            <a:ext cx="3383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120"/>
                </a:solidFill>
              </a:rPr>
              <a:t>How It Maps to Brain Co.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2743200"/>
            <a:ext cx="3383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0B1120"/>
                </a:solidFill>
              </a:rPr>
              <a:t>• Native understanding of enterprise stakeholder management.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0B1120"/>
                </a:solidFill>
              </a:rPr>
              <a:t>• High technical fluency with ML deployments and data pipelines.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0B1120"/>
                </a:solidFill>
              </a:rPr>
              <a:t>• Ability to ship agile product delivery cycles for non-technical enterprise end-users.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</a:rPr>
              <a:t>ROLLOUT PLAN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</a:rPr>
              <a:t>Next Steps &amp; Execution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560320" cy="2286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1168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Phase 1: Discovery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Audit existing models and interview GCC public sector clients on compliance blockers.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828800"/>
            <a:ext cx="2560320" cy="2286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201168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</a:rPr>
              <a:t>Phase 2: MVP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74720" y="256032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Deploy the Plain-English Translation engine on one low-risk NLP model as a pilot.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828800"/>
            <a:ext cx="2560320" cy="2286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201168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E9"/>
                </a:solidFill>
              </a:rPr>
              <a:t>Phase 3: Scale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09360" y="2560320"/>
            <a:ext cx="21945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Standardize the BrainTrust dashboard for all incoming government deployments.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572000"/>
            <a:ext cx="8229600" cy="10972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9377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120"/>
                </a:solidFill>
              </a:rPr>
              <a:t>Contact: Ajay Avaghade | avaghadeajay009@gmail.com | linkedin.com/in/ajay-avaghade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2026-06-05T15:52:06Z</dcterms:created>
  <dcterms:modified xsi:type="dcterms:W3CDTF">2026-06-05T15:52:06Z</dcterms:modified>
</cp:coreProperties>
</file>