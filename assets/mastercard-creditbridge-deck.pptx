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90FF"/>
                </a:solidFill>
              </a:rPr>
              <a:t>MASTERCARD · SME ENGAGEMENT + CREDIT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CreditBridge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90FF"/>
                </a:solidFill>
              </a:rPr>
              <a:t>Milestone Credit + Spend-Based Lending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2A5"/>
                </a:solidFill>
              </a:rPr>
              <a:t>Ajay Avaghade · Product 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5303520"/>
            <a:ext cx="2743200" cy="1097280"/>
          </a:xfrm>
          <a:prstGeom prst="rect">
            <a:avLst/>
          </a:prstGeom>
          <a:solidFill>
            <a:srgbClr val="152A3D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0FF"/>
                </a:solidFill>
              </a:rPr>
              <a:t>12K SMEs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90FF"/>
                </a:solidFill>
              </a:rPr>
              <a:t>Access Credit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AED 6.5M origination revenue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90FF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SMEs Don't Activate Repeat Spending; Can't Access Working Capital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📊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30-day SME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card activation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💳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SMEs with access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working capital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💰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Mastercard SME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credit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16459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Root Cause: SMEs don't spend repeatedly (low activation) because no incentive. SMEs need working capital but can't prove creditworthiness without formal history.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90FF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2E"/>
                </a:solidFill>
              </a:rPr>
              <a:t>Milestone Credit is Zero-Cost When Spend-Triggered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2E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Issuers want to drive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card spend but discounting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erodes margins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SMEs need working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capital but have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no credit history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Traditional lending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needs formal credit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history (lacking)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840480" cy="43891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CreditBridge Magic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Milestone credit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fires AFTER SME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hits spend 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Issuer margin generated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by SME spend pays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 the credit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SME card spend data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proof of creditworthiness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 lenders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(Drive Spend) → Credit Readiness (90d) → MasterCredit Lending → Lender Origination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Enrollment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SME activates CreditBridge. Milestone window opens: hit AED 500 spend in 90 days to unlock AED 50 credit.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Milestone Drive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Progress bar visible in dashboard. Nudges at 50%, 80%, 95% to goal. Issuer margin covers credit cost.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4904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Credit Readiness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After 90d of spend history, SME becomes credit-eligible. ML score: 72/100 (acceptable lending risk).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9496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Pre-Qualification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Mastercard shares spend data with lenders. Pre-qual amount: AED 5K–50K based on velocity/seasonality.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4088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Lender Origination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SME applies. Lender approves in 24h. Credit deployed. Mastercard earns origination fee.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</a:rPr>
              <a:t>PhonePe proof: Milestone rental waiver (60% activation, zero net cost) + propensity ML for lending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90FF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2E"/>
                </a:solidFill>
              </a:rPr>
              <a:t>4 Screen States · SME Dashboard to Ops Console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Card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Milestone progress bars, next reward unlock, available balance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Milestone Tiers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Bronze (AED 500), Silver (AED 2K), Gold (AED 5K), Platinum (AED 10K)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Credit Readiness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Spend score (72/100), eligibility status, pre-qual amount, apply button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Ops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Issuer + Lender views: activation rate, spend lift, loan originations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A5"/>
                </a:solidFill>
              </a:rPr>
              <a:t>Live prototype: mastercard-creditbridge-prototype.html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SME Activation + Credit Access + Multiple Stakeholder Value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</a:rPr>
              <a:t>SME Impact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↑ 65% activation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 30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↑ 70% avg spend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 SME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↑ 12K SMEs with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credit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65176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</a:rPr>
              <a:t>Issuer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↑ Revenue per SME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milestone spend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↓ CAC payback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90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4617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 upfront cost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(margin covers)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Mastercard ROI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AED 6.5M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origination fee/Q1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 revenue from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lender partnerships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4617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SME lock-in via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financial products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90FF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2E"/>
                </a:solidFill>
              </a:rPr>
              <a:t>I Built This at PhonePe. Here's the Direct Map.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</a:rPr>
              <a:t>PhonePe Experience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Milestone rental waiver for merchant activation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60% improvement in 90-day activation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Zero net cost to issuer (margin pays for it)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Propensity ML for merchant credit scoring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931920" cy="438912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→ CreditBridge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423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Milestone credit for SME card spend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65% activation at 30 days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Issuer margin generates credit credit cost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5166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Spend-based credit eligibility for lending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Milestone Pilot to Full Credit Ecosystem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</a:rPr>
              <a:t>Month 1–2: Milestone Pilot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1K SMEs, 1 issuer. Instrument milestone tracking, measure activation rate vs. control. Baseline: 40% hit rate.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</a:rPr>
              <a:t>Month 3–4: Add MasterCredit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lenders pre-vetted. SMEs with 90d history eligible. Run A/B test: Milestone → Credit vs. control. Measure CAC payback.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</a:rPr>
              <a:t>Month 5–6: EEMEA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Roll out to all issuers, all lender partners. Scale to 50K+ SMEs. Milestone + MasterCredit as standard SME product.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5760720"/>
            <a:ext cx="8229600" cy="82296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852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</a:rPr>
              <a:t>What I Need: Lender partnership team (3–4 people for relationship management) · ML engineering for credit scoring · Alignment with Risk &amp; Compliance, Issuers, Lenders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2026-06-03T16:56:29Z</dcterms:created>
  <dcterms:modified xsi:type="dcterms:W3CDTF">2026-06-03T16:56:29Z</dcterms:modified>
</cp:coreProperties>
</file>