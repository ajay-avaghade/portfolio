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3716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2004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0292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68580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8686800" y="0"/>
            <a:ext cx="3657600" cy="6858000"/>
          </a:xfrm>
          <a:prstGeom prst="line">
            <a:avLst/>
          </a:prstGeom>
          <a:noFill/>
          <a:ln w="6350">
            <a:solidFill>
              <a:srgbClr val="00C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00C6FF">
              <a:alpha val="12000"/>
            </a:srgbClr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6FF"/>
                </a:solidFill>
              </a:rPr>
              <a:t>CIRCLES — MENA DIGITAL BRAND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SmartPlan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01168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Plan Personalisation for Digital Telco Subscribers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Ajay Avaghade  ·  Product Manager — AI/ML &amp; Consumer 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53035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D1826"/>
          </a:solidFill>
          <a:ln w="1270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349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5989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subscribers on the wrong plan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 Plans Drive Churn Before You Can See It Coming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D1826"/>
          </a:solidFill>
          <a:ln w="635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Mismatch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on the wrong plan in mature digital telco markets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D1826"/>
          </a:solidFill>
          <a:ln w="635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Churn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users churn at 3.2× the rate of plan-fit subscribers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D1826"/>
          </a:solidFill>
          <a:ln w="635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2648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Preventable Churn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churn is addressable with right-fit plan detection at the right moment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A1A28"/>
          </a:solidFill>
          <a:ln w="10160">
            <a:solidFill>
              <a:srgbClr val="00C6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Static plan portfolios treat all subscribers identically. Without usage-based intelligence, mismatched subscribers silently churn — and winback costs 5× more than prevention.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Isn't a Price Problem — It's a Plan Fit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Static Plans (Current)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plan options for all users regardless of usage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intelligence surfaced until bill shock or cancellation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Merchant pays 5× acquisition cost to win back churned 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838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ARPU stays flat — upsell requires manual outreach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593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 has no visibility into plan mismatch cohorts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5072" y="2651760"/>
            <a:ext cx="493776" cy="49377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6517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F0FAFB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SmartPlan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 scores each subscriber's usage pattern across 90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32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 Fit Score (0–100) surfaces at 80% data usage &amp; renewal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0083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Personalised recommendation with projected savings shown in-app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4838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Right-sized plan reduces churn risk 3.2× at zero winback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9593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Ops dashboard exposes plan mismatch cohorts for PM team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0F7FA"/>
          </a:solidFill>
          <a:ln w="12700">
            <a:solidFill>
              <a:srgbClr val="00C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92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switch only triggers after the subscriber's own usage data validates the recommendation — zero pressure sales, maximum personalisation, subscriber keeps control.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SmartPlan Works: 5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762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6060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days: data consumption, peak-hour patterns, roaming frequency, voice usage, add-on utilisation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2926080"/>
            <a:ext cx="100584" cy="0"/>
          </a:xfrm>
          <a:prstGeom prst="line">
            <a:avLst/>
          </a:prstGeom>
          <a:noFill/>
          <a:ln w="12700">
            <a:solidFill>
              <a:srgbClr val="00C6FF">
                <a:alpha val="5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66544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762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463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57984" y="2057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Scoring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39696" y="26060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model outputs Plan Fit Score (0–100) + cohort tag: Over-Data, Under-Data, Roaming Candidate, Voice-Heavy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66744" y="2926080"/>
            <a:ext cx="100584" cy="0"/>
          </a:xfrm>
          <a:prstGeom prst="line">
            <a:avLst/>
          </a:prstGeom>
          <a:noFill/>
          <a:ln w="12700">
            <a:solidFill>
              <a:srgbClr val="00C6FF">
                <a:alpha val="5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67328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762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463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58768" y="2057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6060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user to optimal plan from current portfolio; calculates projected ARPU delta and personalised savings narrative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67528" y="2926080"/>
            <a:ext cx="100584" cy="0"/>
          </a:xfrm>
          <a:prstGeom prst="line">
            <a:avLst/>
          </a:prstGeom>
          <a:noFill/>
          <a:ln w="12700">
            <a:solidFill>
              <a:srgbClr val="00C6FF">
                <a:alpha val="5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68112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762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463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59552" y="2057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Nudge Trigger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41264" y="26060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SmartPlan card at high-intent moments: 80% data used, billing renewal, post-travel session, bill shock event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68312" y="2926080"/>
            <a:ext cx="100584" cy="0"/>
          </a:xfrm>
          <a:prstGeom prst="line">
            <a:avLst/>
          </a:prstGeom>
          <a:noFill/>
          <a:ln w="12700">
            <a:solidFill>
              <a:srgbClr val="00C6FF">
                <a:alpha val="5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68896" y="1325880"/>
            <a:ext cx="1600200" cy="329184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762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463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0336" y="2057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+ Track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2606040"/>
            <a:ext cx="1463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plan switch; 90-day outcome tracked against Plan Fit improvement, ARPU delta, and churn rate vs control cohort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A1A28"/>
          </a:solidFill>
          <a:ln w="1016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846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proof at PhonePe: Behaviour-linked incentive variant (Rent Waiver) vs flat discount → 60% improvement in 90-day device activation. Same trigger architecture as SmartPlan's nudge engine.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Screen States — Designed for the Circles MENA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78308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Plan Home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" y="2176272"/>
            <a:ext cx="1792224" cy="1691640"/>
          </a:xfrm>
          <a:prstGeom prst="roundRect">
            <a:avLst>
              <a:gd name="adj" fmla="val 3243"/>
            </a:avLst>
          </a:prstGeom>
          <a:solidFill>
            <a:srgbClr val="0D18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2212848"/>
            <a:ext cx="175564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[circles.life]      🔔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Plan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Circles Base 20GB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████████████░░ 18.2/20GB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 Fit: 62/100 ⚠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💡 Better plan found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Same price · +10GB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[View SmartPlan →]  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393192" y="3931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usage ring + Plan Fit Score (62/100) + SmartPlan banner surfaced when fit score &lt; 75 or data &gt; 80% used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78308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SmartPlan Analyzer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78608" y="2176272"/>
            <a:ext cx="1792224" cy="1691640"/>
          </a:xfrm>
          <a:prstGeom prst="roundRect">
            <a:avLst>
              <a:gd name="adj" fmla="val 3243"/>
            </a:avLst>
          </a:prstGeom>
          <a:solidFill>
            <a:srgbClr val="0D18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2212848"/>
            <a:ext cx="175564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SmartPlan Analysis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Usage (90 days)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  ████████ 19.1GB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Roaming: █████░░ 3 ctry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Voice:  █░░░░░░  42min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✦ Circles Smart 30GB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AED 89/mo · +10GB + Roam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Fit: 62 → 94 ↑↑↑  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2542032" y="3931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usage breakdown with ML-scored recommendation card showing Plan Fit uplift from 62 → 94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32588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178308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Switch Confirmed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7448" y="2176272"/>
            <a:ext cx="1792224" cy="1691640"/>
          </a:xfrm>
          <a:prstGeom prst="roundRect">
            <a:avLst>
              <a:gd name="adj" fmla="val 3243"/>
            </a:avLst>
          </a:prstGeom>
          <a:solidFill>
            <a:srgbClr val="0D18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2212848"/>
            <a:ext cx="175564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🎉 Plan Switched!  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Circles Smart 30GB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activates midnight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   20GB → 30GB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Roaming   No → 10ct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 AED 89 → 89 ✓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Fit Score 62 → 94 ✓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[← Back to Home]   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4690872" y="3931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Confetti celebration + before/after comparison showing zero price change with 10GB uplift and free roaming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444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9712" y="178308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Intelligence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76288" y="2176272"/>
            <a:ext cx="1792224" cy="1691640"/>
          </a:xfrm>
          <a:prstGeom prst="roundRect">
            <a:avLst>
              <a:gd name="adj" fmla="val 3243"/>
            </a:avLst>
          </a:prstGeom>
          <a:solidFill>
            <a:srgbClr val="0D18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2212848"/>
            <a:ext cx="175564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SmartPlan Intelligence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Mismatch: 34% ⚠ +4pp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Churn Risk: 3.2× ⚠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 Fit Score: 62 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Overage   8,420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Unused Add-ons 12.3K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Travel Cands    3.8K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90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ARPU at Risk AED 2.1M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6839712" y="3931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dashboard: plan mismatch cohorts, ARPU at risk (AED 2.1M), churn risk segments, one-click nudge launcher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 — Built on PhonePe Proof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77640" cy="365760"/>
          </a:xfrm>
          <a:prstGeom prst="roundRect">
            <a:avLst>
              <a:gd name="adj" fmla="val 12500"/>
            </a:avLst>
          </a:prstGeom>
          <a:solidFill>
            <a:srgbClr val="0D1826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SUBSCRIBER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0D1826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28%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Right-fit plan adoption within 90 days of SmartPlan launch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0D1826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9192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31%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7249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in mismatched subscriber cohort post-intervention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438144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0D1826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8386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94/100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52958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Plan Fit Score after SmartPlan switch (vs 62 baseline)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242816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0D1826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8853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4 min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3342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from SmartPlan recommendation surfaced to plan switch confirmed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0A1C14"/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BUSINESS ROI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080F08"/>
          </a:solidFill>
          <a:ln w="6350">
            <a:solidFill>
              <a:srgbClr val="0F2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7452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+AED 8.40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uplift per switched subscriber per month via upsell to better-fit plans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080F08"/>
          </a:solidFill>
          <a:ln w="6350">
            <a:solidFill>
              <a:srgbClr val="0F2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79192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3.2× 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272491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risk reduction in targeted mismatched cohort vs non-intervened control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43814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080F08"/>
          </a:solidFill>
          <a:ln w="6350">
            <a:solidFill>
              <a:srgbClr val="0F2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48386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2.1M+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352958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ARPU at risk rescued per 250K-subscriber MENA base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24281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080F08"/>
          </a:solidFill>
          <a:ln w="6350">
            <a:solidFill>
              <a:srgbClr val="0F2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28853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22%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0" y="433425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data-cap-related customer support contacts within 60 days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50474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0A1A28"/>
          </a:solidFill>
          <a:ln w="10160">
            <a:solidFill>
              <a:srgbClr val="00C6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0840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SmartPlan only recommends a switch after the subscriber's own usage data confirms the mismatch — making this zero-cost retention. The ARPU uplift is a by-product of fit, not aggressive upselling.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Built Every Piece of This. Here's the Evidence.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4297680"/>
          </a:xfrm>
          <a:prstGeom prst="roundRect">
            <a:avLst>
              <a:gd name="adj" fmla="val 2727"/>
            </a:avLst>
          </a:prstGeom>
          <a:solidFill>
            <a:srgbClr val="060D1A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shipped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ML Propensity-to-Transact models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₹1,000+ Cr/yr of static targeting → 32% spend reduction, sustained GMV. Same scoring engine as Plan Fit Score.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Context-aware trigger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0540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value × user intent × time-of-day signals for dynamic incentivisation → 35% AOV uplift. Same architecture as SmartPlan nudge layer.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602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Ops intelligence 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8953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6 analyst workflows → TAT 2 days to 4 hours. Same as SmartPlan Intelligence cohort dashboard.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443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Milestone A/B test framework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736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Behaviour-linked incentive vs flat discount → 60% device activation improvement. SmartPlan recommendation uses same BAT structure.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F0F8FB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maps to this JD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User-level ML scoring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Plan Fit Score engine (0–100) replacing static plan assignment for MENA subscribers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Funnel performance tracking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0540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KPI ownership across acquisition, plan fit, churn, and ARPU tracked in Ops Intelligence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3602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Cross-functional Agile delivery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8953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Product, engineering, DS, commercial, and CS alignment for SmartPlan phased rollout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4443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Data-to-recommendation loop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4736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90-day usage data → Plan Fit Score → personalised nudge → switch outcome tracking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Delivery — MENA Digital Brand Launch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0D1826"/>
          </a:solidFill>
          <a:ln w="1270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697480" cy="566928"/>
          </a:xfrm>
          <a:prstGeom prst="roundRect">
            <a:avLst>
              <a:gd name="adj" fmla="val 16129"/>
            </a:avLst>
          </a:prstGeom>
          <a:solidFill>
            <a:srgbClr val="00C6FF">
              <a:alpha val="20000"/>
            </a:srgbClr>
          </a:solidFill>
          <a:ln w="6350">
            <a:solidFill>
              <a:srgbClr val="00C6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Phase 1  ·  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· 5K Subscribers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Instrument Plan Fit Score on 5,000 MENA beta users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churn rate, ARPU, and support ticket volume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 SmartPlan banner vs control (no banner)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6027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90-day usage data pipeline with ML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32588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0D1826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325880"/>
            <a:ext cx="2697480" cy="566928"/>
          </a:xfrm>
          <a:prstGeom prst="roundRect">
            <a:avLst>
              <a:gd name="adj" fmla="val 161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3716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Phase 2  ·  Month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8688" y="1627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· 50K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Roll SmartPlan to 50K users; A/B: proactive nudge vs reactive trigger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2542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Tune Plan Fit Score thresholds based on pilot churn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3072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Ops Intelligence dashboard for PM and commercial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36027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Instrument ARPU delta and 90-day churn outcomes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32588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0D1826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325880"/>
            <a:ext cx="2697480" cy="566928"/>
          </a:xfrm>
          <a:prstGeom prst="roundRect">
            <a:avLst>
              <a:gd name="adj" fmla="val 16129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3716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Phase 3  ·  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1616" y="16276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08776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to full MENA subscriber base with winning nudge variant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8776" y="25420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 Plan Fit Score into onboarding flow for new subscribers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8776" y="30723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upsell module: SmartPlan as premium plan migration path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8776" y="36027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 ARPU and churn impact report for board/investors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0A1A28"/>
          </a:solidFill>
          <a:ln w="10160">
            <a:solidFill>
              <a:srgbClr val="00C6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1830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to build this: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99262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subscriber usage data  ·  Alignment with commercial/plan team  ·  1 ML engineer  ·  iOS/Android feature slot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217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 ·  avaghadeajay009@gmail.com  ·  +91 9561558439  ·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2026-05-26T13:54:47Z</dcterms:created>
  <dcterms:modified xsi:type="dcterms:W3CDTF">2026-05-26T13:54:47Z</dcterms:modified>
</cp:coreProperties>
</file>