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HALA FLEXICAP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Embedded Working Capital for MENAP SMEs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by: Ajay Avaghade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SME WORKING CAPITAL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Underbanked Core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Micro-businesses and freelancers lack the extensive credit history required for conventional bank loans.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Operational Disconnect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Traditional lending sits outside day-to-day operations, requiring manual applications and static monthly repayments regardless of daily sales.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Cash Flow Volatility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Retail SMEs experience massive weekly volatility; fixed EMI commitments create systemic default risk.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HALA FLEXICAP: FINANCING AS A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Dynamic Underwriting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Credit limits are pre-approved instantly based on 30-day trailing digital payment volumes (POS/App sales).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Frictionless Drawdown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Merchants can advance funds in a single click directly into their Hala merchant wallet.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Volume-Linked Repayment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fixed monthly EMI. Hala auto-deducts a flexible percentage (e.g., 10%) from daily settled POS sales until cleared.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GO-TO-MARKET &amp; ADOPTION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1: High-Volume Pilot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the top 15% of Hala merchants by POS volume. Offer "0% flat fee" on the first advance to seed adoption.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2: Contextual Triggers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 push notifications when POS sales spike. "Your weekend volume is up 40%. Need SAR 10K to restock inventory?"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3: Deep Embedded Logic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Integrate with Hala PayFlow to auto-suggest advances when upcoming vendor payouts exceed current wallet balance.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MEASURING PRODUCT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Primary Success Metrics: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Drawdown Rate: % of eligible merchants who activate a FlexiCap advance.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Repayment Velocity: Average days to clear an advance based on dynamic deductions.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NPL (Non-Performing Loan) Ratio: Volume of defaults over 90 days vs. active book.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POS Stickiness: Increase in POS usage and transaction volume post-advance activation.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ALIGNMENT WITH HALA'S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This Matters Now: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"Rethinking SME Financing": FlexiCap explicitly abandons the "conventional banking product" model, embedding the loan entirely into daily POS activities.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Risk Mitigation: By securing repayment directly from the source of revenue (Hala payments), risk is inherently minimized.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Ecosystem Lock-in: Merchants are heavily incentivized to process 100% of their sales through Hala POS to access higher limits.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2026-06-10T03:18:31Z</dcterms:created>
  <dcterms:modified xsi:type="dcterms:W3CDTF">2026-06-10T03:18:31Z</dcterms:modified>
</cp:coreProperties>
</file>