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777240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722376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667512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92224" y="612648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50592" y="557784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502920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67328" y="448056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25696" y="393192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84064" y="338328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42432" y="283464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28600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9168" y="173736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17536" y="118872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640080"/>
            <a:ext cx="36576" cy="7315200"/>
          </a:xfrm>
          <a:prstGeom prst="rect">
            <a:avLst/>
          </a:prstGeom>
          <a:solidFill>
            <a:srgbClr val="00D4AA">
              <a:alpha val="6000"/>
            </a:srgbClr>
          </a:solidFill>
          <a:ln w="12700">
            <a:solidFill>
              <a:srgbClr val="00D4AA">
                <a:alpha val="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NorthLadder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7498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 — FOUNDING PM CANDIDATE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11887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PriceIQ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Trade-in Pricing Engine — The Commercial Engine of NorthLadder's Circular Economy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164592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· Founding PM Candidate · Dubai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4572000"/>
            <a:ext cx="2286000" cy="1645920"/>
          </a:xfrm>
          <a:prstGeom prst="rect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754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92240" y="5349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requiring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pricing tables bleed value — for everyone.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06040" cy="265176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5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Leakage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Device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 static weekly table and a real-time market price — NorthLadder earns it but consumers and partners don't see it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606040" cy="265176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5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Cycle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depreciate 3–5% per week after a new model launch. A 7-day refresh cycle is 35% of that depreciation left on the table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606040" cy="265176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5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Countries, 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AED, SAR, GBP, INR, EUR — different secondary markets, FX spreads, demand curves. One static table cannot serve all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389120"/>
            <a:ext cx="8412480" cy="777240"/>
          </a:xfrm>
          <a:prstGeom prst="rect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348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NorthLadder's competitive moat is offering the best trade-in price in the market — but "best" is a moving target. eBay sold prices shift daily. iPhone 16 launches depress iPhone 15 values overnight. FX moves change cross-border arbitrage opportunity. PriceIQ is the infrastructure that lets NorthLadder win on price without sacrificing margin.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price = maximum consumer acceptance rate × minimum margin erosion. It's a continuous optimisation problem.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840480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CURRENT STATE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Excel-updated pricing tables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4505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price per model/condition (no market differentiation)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88950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real-time secondary market signal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284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FX adjustments done manually once a month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7673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model launches managed ad hoc — prices updated days later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Telco partner calls to dispute offer price post-inspection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4251960" cy="37947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PRICEIQ STATE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eBay/Swappa sold prices via API — hourly refresh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4505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Per-market, per-condition dynamic offer generation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8895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FX real-time feeds (every 15 min) built into every quote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32841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New model launch: automatic 15-min depreciation cascade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376732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Partner margin lever: adjust consumer offer vs. NL margin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42062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Acceptance-rate feedback loop: A/B-test price points live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1417320"/>
            <a:ext cx="457200" cy="3794760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303520"/>
            <a:ext cx="8412480" cy="457200"/>
          </a:xfrm>
          <a:prstGeom prst="rect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49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from PhonePe: built Propensity-to-Transact ML model replacing static cohort targeting → 32% marketing burn reduction while sustaining GMV. Same signal-to-action architecture applied to pricing.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Ingestion → ML Price Model → Partner API → Acceptance Feedback Loop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54480" cy="32004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Ingestion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sold (hourly), Swappa/BackMarket, NL auction clearing prices, FX feeds (15-min), new model launch trigger, regional demand indices.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7452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84832" y="1371600"/>
            <a:ext cx="1554480" cy="32004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84832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Price Model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76272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model: market price → condition → demand score → FX → margin target → acceptance probability → recommended offer.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93592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03904" y="1371600"/>
            <a:ext cx="1554480" cy="32004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95344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/v2/quote returns {optimal_offer, floor_price, consumer_acceptance_probability, 7d_trend, margin_at_price} in &lt;200ms.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12664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22976" y="1371600"/>
            <a:ext cx="1554480" cy="32004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22976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Lever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14416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configures margin target (e.g. 18%). PriceIQ finds the optimal offer within that constraint. Partner can override with one slider.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31736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42048" y="1371600"/>
            <a:ext cx="1554480" cy="32004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42048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33488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accepted and rejected offer feeds back into the model. A/B test: 5% of traffic gets +AED 50 offer → acceptance rate delta → model update.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709160"/>
            <a:ext cx="841248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54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launch protocol: iPhone 16 announced → NorthLadders AI detects new listing (eBay/Apple Store) → triggers depreciation cascade → all iPhone 15 offers updated within 15 minutes across all 20+ country APIs. Competitors using static tables take 3–7 days.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PriceIQ moves for NorthLadder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Leakage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to dynamic pricing — estimated margin uplift per device at scale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+14pp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optimal offer vs. static table — higher acceptance = more devices in the circular economy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Launch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Speed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3–7 days for competitors using manual static tables — structural pricing advantage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from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ML model serves all markets — no per-country pricing team needed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(P95)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checkout flow gets live price in under 200ms — zero friction to trade-in UX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14600" y="32004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51460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Parallel: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Targeting Burn Cut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signal-to-action architecture: PhonePe Propensity model cut ₹1,000Cr/yr marketing burn by 32%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6344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5% traffic experiments to update the model — pricing intelligence compounds over time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12280" y="32004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1228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Team Cost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0372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replaces manual country-by-country pricing analysts — scales to new markets for free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0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 maps directly to PriceIQ.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4389120"/>
          </a:xfrm>
          <a:prstGeom prst="rect">
            <a:avLst/>
          </a:prstGeom>
          <a:solidFill>
            <a:srgbClr val="060910"/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PHONEPE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Propensity-to-Transact ML model: replaced static rule-based cohorts for ₹1,000Cr/yr marketing budget — 32% burn reduction while sustaining GMV growth. Same signal architecture as PriceIQ's acceptance-probability model.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Rebuilt ₹100Cr/yr rewards into ML marketplace: 500+ brands, 11% YoY revenue growth — real-time offer ranking and pricing optimisation across a marketplace of branded offers.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Cart-level A/B interventions (Pincode): 35% AOV uplift, 60% cart abandonment reduction — price point testing at exact moment of purchase decision. Same "offer vs. acceptance rate" optimisation problem.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443484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EMI checkout flows at 350M+ MAU: designed pricing display and framing mechanics that maximise checkout conversion — the consumer-facing half of what PriceIQ solves.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7764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PRICEIQ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Propensity model → acceptance-probability model: predicting the right price point given consumer signal is the same problem class as predicting transaction intent — same feature engineering, same feedback loop design.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78892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 marketplace ranking → multi-country price ranking: the same demand-signal-to-ranking logic applies to ordering price offers by acceptance probability across geographies.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361188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 A/B testing → price point testing: identical infrastructure — route 5% of traffic to a different price, measure acceptance delta, update model. I've built and owned this loop.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443484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EMI display design → trade-in offer framing: consumer psychology of a financial offer is the same — anchoring, affordability framing, and optionality design all transfer directly.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PriceIQ v1 in 12 weeks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33756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eBay/Swappa/BackMarket sold price APIs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FX feed pipeline (15-min refresh)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 24mo of NL historical offer + acceptance data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&gt;90% data coverage for top 50 device models in top 5 markets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333756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v1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gradient boosted model on historical data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set: market price, condition, demand score, FX, competitor offers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model acceptance-rate prediction RMSE &lt;8% on holdout set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1371600"/>
            <a:ext cx="2651760" cy="333756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Partner Launch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/v2/quote endpoint with model inference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7220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test: 5% traffic to PriceIQ vs. static table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7220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Metric: acceptance rate, average offer, margin per device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7220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PriceIQ acceptance rate ≥ static table + 5pp with margin held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846320"/>
            <a:ext cx="8412480" cy="777240"/>
          </a:xfrm>
          <a:prstGeom prst="rect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892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NorthLadder: access to historical offer/acceptance data · engineering resource for API integrations (eBay, FX feeds) · A/B test infrastructure · partner sandbox for test quotes · 2 pilot markets (UAE + UK recommended) for v1 launch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2026-06-23T02:48:58Z</dcterms:created>
  <dcterms:modified xsi:type="dcterms:W3CDTF">2026-06-23T02:48:58Z</dcterms:modified>
</cp:coreProperties>
</file>