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F7B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F7B7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F7B7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F7B7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F7B7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F7B731">
              <a:alpha val="12000"/>
            </a:srgbClr>
          </a:solidFill>
          <a:ln w="6350">
            <a:solidFill>
              <a:srgbClr val="F7B731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7B731"/>
                </a:solidFill>
              </a:rPr>
              <a:t>PEEPALCO · COINSWITCH GROWTH PM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65836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CoinSwitch FirstBuy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828800" cy="4572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BD0"/>
                </a:solidFill>
              </a:rPr>
              <a:t>Closing the KYC→First Investment Gap Through AI-Guided Activation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</a:rPr>
              <a:t>Presented by Ajay Avaghade  ·  Growth PM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B731">
              <a:alpha val="14000"/>
            </a:srgbClr>
          </a:solidFill>
          <a:ln w="12700">
            <a:solidFill>
              <a:srgbClr val="F7B731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478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of KYC-verified users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never make a first trade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25M Registered Users. Half Have Never Invested a Single Rupee.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 KYC-verified users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never place a trade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Completes verification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then disappears silently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Coins on home screen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 first login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"What do I even buy?"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paralysis drives drop-off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Cost to win back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vs fix activation now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Reacquiring a lapsed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costs 5× fixing the funnel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B731">
              <a:alpha val="12000"/>
            </a:srgbClr>
          </a:solidFill>
          <a:ln w="7620">
            <a:solidFill>
              <a:srgbClr val="F7B731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Root cause: CoinSwitch delivers a verified, motivated user to a 300-coin catalogue with no guidance. The best moment to convert — immediately post-KYC — is wasted on overwhelming choice.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E27"/>
                </a:solidFill>
              </a:rPr>
              <a:t>A 3-Question Quiz + Social Proof Converts More Than a 300-Coin Catalogue.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8E6"/>
          </a:solidFill>
          <a:ln w="12700">
            <a:solidFill>
              <a:srgbClr val="F7B731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800"/>
                </a:solidFill>
              </a:rPr>
              <a:t>❌  Current: Empty Catalogue Drop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Post-KYC → home screen with 300+ coins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No guidance on what to buy or why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Decision fatigue → user exits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Activation email 3 days later → ignored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User churns silently; ops sees it too late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40280"/>
            <a:ext cx="438912" cy="438912"/>
          </a:xfrm>
          <a:prstGeom prst="ellipse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429768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 FirstBuy: Guided AI Flow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Post-KYC → 3-question goal/risk/amount quiz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AI builds a personalised Starter Pack (3 coins)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Social proof: "Users like you started with..."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615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Zero-fee incentive closes the activation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Portfolio is live in under 60 seconds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A0E27"/>
          </a:solidFill>
          <a:ln w="6350">
            <a:solidFill>
              <a:srgbClr val="F7B73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Key insight: The user already said yes to crypto by completing KYC. FirstBuy doesn't create motivation — it removes the friction that kills it. Guided choice outperforms open choice every time.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MECHANIC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Questions → AI Starter Pack → Social Proof → Zero-Fee Close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493776" cy="27432"/>
          </a:xfrm>
          <a:prstGeom prst="rect">
            <a:avLst/>
          </a:prstGeom>
          <a:solidFill>
            <a:srgbClr val="F7B73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Post-KYC Trigger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Immediately after KYC completion, user is routed to FirstBuy flow (not home catalogue). Progress bar shows 2/3 steps complete — creates completion momentum.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61488" y="1481328"/>
            <a:ext cx="493776" cy="27432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3-Question Quiz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Goal (growth/gains/hedge/explore), Risk (sell/hold/buy-more), Amount (₹500/₹1K/₹5K+). Takes 30 seconds. Chips, not dropdowns.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68496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17136" y="1481328"/>
            <a:ext cx="493776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68496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Starter Pack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59936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ML model maps 3 inputs to top 2–3 coin allocation with % breakdown and plain-language reason per coin. Personalised, not generic.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4144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2784" y="1481328"/>
            <a:ext cx="493776" cy="27432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24144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Social Proof Layer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15584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"Investors like you chose this pack" — real cohort data. Reduces fear, normalises the decision. Highest-converting element in A/B tests.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79792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28432" y="1481328"/>
            <a:ext cx="493776" cy="27432"/>
          </a:xfrm>
          <a:prstGeom prst="rect">
            <a:avLst/>
          </a:prstGeom>
          <a:solidFill>
            <a:srgbClr val="F7B731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Zero-Fee Close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First investment is fee-free. Counter shows ₹X saved. Framing: "Your free trade expires in 24h." Urgency without manipulation.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432"/>
          </a:solidFill>
          <a:ln w="6350">
            <a:solidFill>
              <a:srgbClr val="F7B731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Proof of concept: Pincode dynamic incentivisation engine — context-aware trigger (cart value × intent × time) → 35% AOV uplift, 60% cart abandonment reduction. FirstBuy applies the same framework to crypto activation.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4 Screens — Guided to Invested in 60 Seconds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731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Activation Nudge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Portfolio: ₹0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Email ✓ KYC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○ First investment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"Priya → ₹14,200"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Journey →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Post-KYC home shows ₹0 portfolio + progress bar (2/3 complete). Social proof cards. Market ticker. Single CTA above the fold.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731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Quiz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 Starter Pack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Q1: Goal?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Long-term growth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Q2: Risk?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Hold &amp; monitor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Q3: Amount?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● ₹1,000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23744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3 questions, chip selectors. AI reading indicator animates while processing. Progress dots at bottom. No dropdowns, no friction.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731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Starter Pack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⭐ Your Starter Pack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BTC ██████  60%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ETH ███    30%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 █      10%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₹1,000 · 0 fee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00016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Personalised badge. Coin allocation (60/30/10). Plain-language "why" per coin. Zero-fee callout. Invest button. Takes 1 tap.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84848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731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First Buy Done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F7B731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🚀 You're Investor!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Portfolio: ₹1,000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BTC/ETH/SOL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🎁 Fee saved: ₹2.50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5yr proj: ₹2.4L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Confetti + achievement. Portfolio now shows ₹1,000. Reward unlocked. Projection for 5 years. Set SIP CTA.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IMPACT &amp; ROI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Projected on CoinSwitch's 12.5M KYC-Complete, Uninvested User Base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F7B731">
              <a:alpha val="18000"/>
            </a:srgbClr>
          </a:solidFill>
          <a:ln w="5080">
            <a:solidFill>
              <a:srgbClr val="F7B73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ACTIVATION 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447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KYC→first-buy conversion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(vs unguided baseline)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Median time from quiz 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 first investment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27980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Starter Pack acceptance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 A/B test pilot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Higher 1-year LTV for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who buy within 24h of KYC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18000"/>
            </a:srgbClr>
          </a:solidFill>
          <a:ln w="508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 ROI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389888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14447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New active investors unlocked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from existing KYC 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₹2,400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first-year ARPU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 activated user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₹84 Cr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37960" y="27980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Incremental annual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from activation improvement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19856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564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acquisition cost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from existing 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11432"/>
          </a:solidFill>
          <a:ln w="6350">
            <a:solidFill>
              <a:srgbClr val="F7B73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Zero CAC growth: FirstBuy converts users already in the funnel. Every percentage point of activation improvement is pure margin expansion with no incremental acquisition spend.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PROOF OF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I Built This Exact Framework at PhonePe. Here's the Mapping.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A0E27"/>
          </a:solidFill>
          <a:ln w="10160">
            <a:solidFill>
              <a:srgbClr val="F7B731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B731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Pincode cart abandonment fix: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Diagnosed 60%+ drop-off, built context-aware incentive engine — exact same pattern as FirstBuy activation nudge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Dynamic incentivisation: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Context signals (cart value × user intent × time-of-day) → personalised offer → 35% AOV uplift, 60% abandonment drop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A/B testing at scale: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Ran experiments on 350M+ MAU with pre-defined KPIs; measured conversion delta per variant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Checkout conversion lift: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Redesigned offers placement + eligibility surfacing → 22% checkout conversion improvement end-to-end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Offers instrumentation: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Built ops dashboard tracking activation funnel in real-time — TAT from 2 days → 4 hours for intervention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</a:rPr>
              <a:t>How It Maps to CoinSwitch 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Growth product roadmap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Owned acquisition→activation→retention funnel across 350M+ MAU with pre-defined KPIs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Conversion across funnel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Diagnosed and fixed 60%+ cart abandonment — exact parallel to KYC→first-buy gap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Growth experiments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A/B tested incentivisation variants at scale; ran controlled rollout with success metrics pre-defined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Data-driven decisions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Built unified KPI dashboard; every release had baseline + target before shipping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0→1 consumer launch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Kotak Cherry founding team: UX research → MVP → GTM → 100K downloads in regulated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ROLLOUT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3-Phase Deployment — Live in 6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F7B731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7B73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</a:rPr>
              <a:t>Phase 1  ·  Week 1–2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Quiz + Pack Logic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3-question quiz UI (post-KYC intercept)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Define Starter Pack coin logic per risk/goal matrix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FirstBuy guided flow vs existing catalogue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Instrument: quiz completion rate, pack acceptance 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Phase 2  ·  Week 3–4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Social Proof + Incentive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Add cohort-based social proof layer per user profile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zero-fee incentive counter + 24h expiry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Integrate with trading engine for instant execution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zero-fee vs ₹cashback as closing incentive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Phase 3  ·  Week 5–6+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 Funnel + Scale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Roll out to all new KYC-complete users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ops dashboard: activation funnel by cohort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Add follow-up nudge (D+3) for non-completers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Expand to dormant KYC base (12.5M users)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11432"/>
          </a:solidFill>
          <a:ln w="8890">
            <a:solidFill>
              <a:srgbClr val="F7B731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B731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 to post-KYC funnel data  ·  Alignment with growth &amp; trading teams  ·  1 frontend engineer  ·  Analytics access for A/B measurement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1114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Ajay Avaghade  ·  avaghadeajay009@gmail.com  ·  +91 9561558439  ·  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2026-05-26T15:21:17Z</dcterms:created>
  <dcterms:modified xsi:type="dcterms:W3CDTF">2026-05-26T15:21:17Z</dcterms:modified>
</cp:coreProperties>
</file>