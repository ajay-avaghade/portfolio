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53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0"/>
            <a:ext cx="3657600" cy="6858000"/>
          </a:xfrm>
          <a:prstGeom prst="line">
            <a:avLst/>
          </a:prstGeom>
          <a:noFill/>
          <a:ln w="5080">
            <a:solidFill>
              <a:srgbClr val="F43397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3657600" cy="6858000"/>
          </a:xfrm>
          <a:prstGeom prst="line">
            <a:avLst/>
          </a:prstGeom>
          <a:noFill/>
          <a:ln w="5080">
            <a:solidFill>
              <a:srgbClr val="F43397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3657600" cy="6858000"/>
          </a:xfrm>
          <a:prstGeom prst="line">
            <a:avLst/>
          </a:prstGeom>
          <a:noFill/>
          <a:ln w="5080">
            <a:solidFill>
              <a:srgbClr val="F43397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0"/>
            <a:ext cx="3657600" cy="6858000"/>
          </a:xfrm>
          <a:prstGeom prst="line">
            <a:avLst/>
          </a:prstGeom>
          <a:noFill/>
          <a:ln w="5080">
            <a:solidFill>
              <a:srgbClr val="F43397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0" y="0"/>
            <a:ext cx="3657600" cy="6858000"/>
          </a:xfrm>
          <a:prstGeom prst="line">
            <a:avLst/>
          </a:prstGeom>
          <a:noFill/>
          <a:ln w="5080">
            <a:solidFill>
              <a:srgbClr val="F43397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0" y="0"/>
            <a:ext cx="3657600" cy="6858000"/>
          </a:xfrm>
          <a:prstGeom prst="line">
            <a:avLst/>
          </a:prstGeom>
          <a:noFill/>
          <a:ln w="5080">
            <a:solidFill>
              <a:srgbClr val="F43397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0" y="0"/>
            <a:ext cx="3657600" cy="6858000"/>
          </a:xfrm>
          <a:prstGeom prst="line">
            <a:avLst/>
          </a:prstGeom>
          <a:noFill/>
          <a:ln w="5080">
            <a:solidFill>
              <a:srgbClr val="F43397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0" y="0"/>
            <a:ext cx="3657600" cy="6858000"/>
          </a:xfrm>
          <a:prstGeom prst="line">
            <a:avLst/>
          </a:prstGeom>
          <a:noFill/>
          <a:ln w="5080">
            <a:solidFill>
              <a:srgbClr val="F43397">
                <a:alpha val="1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43397"/>
                </a:solidFill>
              </a:rPr>
              <a:t>MEESHO SUPPLIER QUALITY &amp; RECOMMENDATION MECHANICS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6858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</a:rPr>
              <a:t>TrustBuy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457200" y="18288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7E0FC"/>
                </a:solidFill>
              </a:rPr>
              <a:t>Supplier Quality Incentives Integrated Directly into the PRISM AI Feed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57200" y="2514600"/>
            <a:ext cx="2560320" cy="36576"/>
          </a:xfrm>
          <a:prstGeom prst="rect">
            <a:avLst/>
          </a:prstGeom>
          <a:solidFill>
            <a:srgbClr val="F43397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6974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D5E5"/>
                </a:solidFill>
              </a:rPr>
              <a:t>Presented by Ajay Avaghade · Product Manager 2 Candidate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83680" y="4754880"/>
            <a:ext cx="2286000" cy="1737360"/>
          </a:xfrm>
          <a:prstGeom prst="rect">
            <a:avLst/>
          </a:prstGeom>
          <a:solidFill>
            <a:srgbClr val="F43397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0" y="484632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4.5★</a:t>
            </a:r>
            <a:endParaRPr lang="en-US" sz="5200" dirty="0"/>
          </a:p>
        </p:txBody>
      </p:sp>
      <p:sp>
        <p:nvSpPr>
          <p:cNvPr id="17" name="Text 15"/>
          <p:cNvSpPr/>
          <p:nvPr/>
        </p:nvSpPr>
        <p:spPr>
          <a:xfrm>
            <a:off x="6583680" y="55778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E6F0"/>
                </a:solidFill>
              </a:rPr>
              <a:t>minimum rating required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E6F0"/>
                </a:solidFill>
              </a:rPr>
              <a:t>to get organic search boost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53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43397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Inconsistent Supplier Quality Causes High Return Rates and Drains Customer Lifetime Value.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1572768"/>
            <a:ext cx="2651760" cy="2834640"/>
          </a:xfrm>
          <a:prstGeom prst="rect">
            <a:avLst/>
          </a:prstGeom>
          <a:solidFill>
            <a:srgbClr val="1E1A26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71907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📉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2304288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3397"/>
                </a:solidFill>
              </a:rPr>
              <a:t>18%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11480" y="294436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Impulsive product returns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331012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D5E5"/>
                </a:solidFill>
              </a:rPr>
              <a:t>Fabric running thin or stitching defects drive immediate consumer returns. Wastes logistics margin.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64408" y="1572768"/>
            <a:ext cx="2651760" cy="2834640"/>
          </a:xfrm>
          <a:prstGeom prst="rect">
            <a:avLst/>
          </a:prstGeom>
          <a:solidFill>
            <a:srgbClr val="1E1A26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64408" y="171907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⚠️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264408" y="2304288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3397"/>
                </a:solidFill>
              </a:rPr>
              <a:t>30%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264408" y="294436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Supplier metadata errors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355848" y="331012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D5E5"/>
                </a:solidFill>
              </a:rPr>
              <a:t>Incorrect color labeling and outdated measurement dimensions create expectation mismatches.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17336" y="1572768"/>
            <a:ext cx="2651760" cy="2834640"/>
          </a:xfrm>
          <a:prstGeom prst="rect">
            <a:avLst/>
          </a:prstGeom>
          <a:solidFill>
            <a:srgbClr val="1E1A26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17336" y="171907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🔄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117336" y="2304288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3397"/>
                </a:solidFill>
              </a:rPr>
              <a:t>2.5×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117336" y="294436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CAC leak from churn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208776" y="331012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D5E5"/>
                </a:solidFill>
              </a:rPr>
              <a:t>Low catalog trust prevents repeat purchases. Users shop once and leave, inflating CAC.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4572000"/>
            <a:ext cx="8321040" cy="749808"/>
          </a:xfrm>
          <a:prstGeom prst="rect">
            <a:avLst/>
          </a:prstGeom>
          <a:solidFill>
            <a:srgbClr val="F43397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4626864"/>
            <a:ext cx="80101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Root cause: Meesho's recommendation engine (PRISM) prioritizes conversion velocity over delivery success. Suppliers face no organic penalties for high returns. We must align search visibility with delivery and quality outcomes.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43397"/>
                </a:solidFill>
              </a:rPr>
              <a:t>THE INSIGHT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3543"/>
                </a:solidFill>
              </a:rPr>
              <a:t>Incentivize Quality: Link Supplier Search Visibility (PRISM) Directly to Return Rates.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572768"/>
            <a:ext cx="37490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691640"/>
            <a:ext cx="3438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4444"/>
                </a:solidFill>
              </a:rPr>
              <a:t>❌  Legacy Recommendation Feed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2148840"/>
            <a:ext cx="32552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• Feeds ranked purely on conversion rate and price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2532888"/>
            <a:ext cx="32552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• High-return products get same visibility as good ones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" y="2916936"/>
            <a:ext cx="32552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• No consumer trust badges for verified supplier quality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3300984"/>
            <a:ext cx="32552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• Suppliers receive monthly return logs without action points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" y="3685032"/>
            <a:ext cx="32552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• Category managers must manually blacklist bad suppliers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24528" y="2651760"/>
            <a:ext cx="658368" cy="658368"/>
          </a:xfrm>
          <a:prstGeom prst="ellipse">
            <a:avLst/>
          </a:prstGeom>
          <a:solidFill>
            <a:srgbClr val="F43397"/>
          </a:solidFill>
          <a:ln/>
        </p:spPr>
      </p:sp>
      <p:sp>
        <p:nvSpPr>
          <p:cNvPr id="12" name="Text 10"/>
          <p:cNvSpPr/>
          <p:nvPr/>
        </p:nvSpPr>
        <p:spPr>
          <a:xfrm>
            <a:off x="4224528" y="26517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56048" y="1572768"/>
            <a:ext cx="37490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102352" y="1691640"/>
            <a:ext cx="3438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3397"/>
                </a:solidFill>
              </a:rPr>
              <a:t>✅  TrustBuy Loop (Proposed)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02352" y="2148840"/>
            <a:ext cx="3401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• Feeds rank products based on successful delivery rate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102352" y="2532888"/>
            <a:ext cx="3401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• PRISM algorithm applies search boosts to verified sellers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102352" y="2916936"/>
            <a:ext cx="3401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• TrustBuy Badges surface supplier rating on PDP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102352" y="3300984"/>
            <a:ext cx="3401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• Action Center sends automated catalog warnings to sellers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102352" y="3685032"/>
            <a:ext cx="3401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• Admin console automatically alerts high-return sellers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" y="4645152"/>
            <a:ext cx="8321040" cy="658368"/>
          </a:xfrm>
          <a:prstGeom prst="rect">
            <a:avLst/>
          </a:prstGeom>
          <a:solidFill>
            <a:srgbClr val="F43397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4681728"/>
            <a:ext cx="80101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Key insight: Aligning incentives is better than policing. Suppliers will willingly correct descriptions, size charts, and fabric parameters when their daily search visibility is on the line.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53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43397"/>
                </a:solidFill>
              </a:rPr>
              <a:t>THE MECHANIC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TrustBuy System: Badge, Score, Alert, and Re-rank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04672" y="1664208"/>
            <a:ext cx="0" cy="3840480"/>
          </a:xfrm>
          <a:prstGeom prst="line">
            <a:avLst/>
          </a:prstGeom>
          <a:noFill/>
          <a:ln w="19050">
            <a:solidFill>
              <a:srgbClr val="F43397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502920" cy="502920"/>
          </a:xfrm>
          <a:prstGeom prst="ellipse">
            <a:avLst/>
          </a:prstGeom>
          <a:solidFill>
            <a:srgbClr val="F4339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88720" y="1508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3397"/>
                </a:solidFill>
              </a:rPr>
              <a:t>TrustBuy Badge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188720" y="1783080"/>
            <a:ext cx="7406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5E5"/>
                </a:solidFill>
              </a:rPr>
              <a:t>Displays supplier's quality validation score (e.g. 4.5★) directly on PDP. Builds immediate buyer confidence.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2295144"/>
            <a:ext cx="502920" cy="502920"/>
          </a:xfrm>
          <a:prstGeom prst="ellipse">
            <a:avLst/>
          </a:prstGeom>
          <a:solidFill>
            <a:srgbClr val="F43397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2951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88720" y="229514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3397"/>
                </a:solidFill>
              </a:rPr>
              <a:t>Supplier Quality Dashboard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188720" y="2569464"/>
            <a:ext cx="7406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5E5"/>
                </a:solidFill>
              </a:rPr>
              <a:t>Supplier sees their Quality Score, return rates, and organic PRISM search boost status (+15% visibility).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3081528"/>
            <a:ext cx="502920" cy="502920"/>
          </a:xfrm>
          <a:prstGeom prst="ellipse">
            <a:avLst/>
          </a:prstGeom>
          <a:solidFill>
            <a:srgbClr val="F43397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0815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08152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3397"/>
                </a:solidFill>
              </a:rPr>
              <a:t>Catalog Action Center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88720" y="3355848"/>
            <a:ext cx="7406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5E5"/>
                </a:solidFill>
              </a:rPr>
              <a:t>Pinpoints specific SKUs causing return spikes and triggers suggestions: "Update fabric details to pre-shrunk to save ₹18K."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3867912"/>
            <a:ext cx="502920" cy="502920"/>
          </a:xfrm>
          <a:prstGeom prst="ellipse">
            <a:avLst/>
          </a:prstGeom>
          <a:solidFill>
            <a:srgbClr val="F43397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867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88720" y="38679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3397"/>
                </a:solidFill>
              </a:rPr>
              <a:t>PRISM Algorithmic Link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88720" y="4142232"/>
            <a:ext cx="7406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5E5"/>
                </a:solidFill>
              </a:rPr>
              <a:t>Products with return rates above category averages face automatic organic de-boosting in PRISM recommendations.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4654296"/>
            <a:ext cx="502920" cy="502920"/>
          </a:xfrm>
          <a:prstGeom prst="ellipse">
            <a:avLst/>
          </a:prstGeom>
          <a:solidFill>
            <a:srgbClr val="F43397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6542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88720" y="465429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3397"/>
                </a:solidFill>
              </a:rPr>
              <a:t>Category Console Nudge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88720" y="4928616"/>
            <a:ext cx="7406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5E5"/>
                </a:solidFill>
              </a:rPr>
              <a:t>Allows Meesho category managers to track overall returns, audit listings, and send automated warning alerts to low-scoring suppliers.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1480" y="5650992"/>
            <a:ext cx="8321040" cy="566928"/>
          </a:xfrm>
          <a:prstGeom prst="rect">
            <a:avLst/>
          </a:prstGeom>
          <a:solidFill>
            <a:srgbClr val="1E1A26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" y="5687568"/>
            <a:ext cx="80101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7E0FC"/>
                </a:solidFill>
              </a:rPr>
              <a:t>PhonePe Parallel: Scaling supplier-side tools and incentive dashboards maps to rebuilding the rewards engine. Reorganizing onboarding paths mirrors catalog correction pipelines.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43397"/>
                </a:solidFill>
              </a:rPr>
              <a:t>THE PRODUCT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3543"/>
                </a:solidFill>
              </a:rPr>
              <a:t>Interactive Prototypes — PDP Badging, Quality Scores, and Admin Controls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261872"/>
            <a:ext cx="1993392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261872"/>
            <a:ext cx="1993392" cy="292608"/>
          </a:xfrm>
          <a:prstGeom prst="rect">
            <a:avLst/>
          </a:prstGeom>
          <a:solidFill>
            <a:srgbClr val="F43397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261872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01 — PDP Trust Badge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84632" y="1664208"/>
            <a:ext cx="1847088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👕 Cotton T-Shirts (3) 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Price: ₹348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🛡️ TrustBuy Verified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96% of buyers verified size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 &amp; fabric quality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Ratings: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[ 4.5★ ] [ 98% Size ] [ 94% Col ]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66344" y="4517136"/>
            <a:ext cx="18836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Displays TrustBuy Verification status, rating, and sizing validation index to consumers.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87752" y="1261872"/>
            <a:ext cx="1993392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87752" y="1261872"/>
            <a:ext cx="1993392" cy="292608"/>
          </a:xfrm>
          <a:prstGeom prst="rect">
            <a:avLst/>
          </a:prstGeom>
          <a:solidFill>
            <a:srgbClr val="F43397"/>
          </a:solidFill>
          <a:ln/>
        </p:spPr>
      </p:sp>
      <p:sp>
        <p:nvSpPr>
          <p:cNvPr id="11" name="Text 9"/>
          <p:cNvSpPr/>
          <p:nvPr/>
        </p:nvSpPr>
        <p:spPr>
          <a:xfrm>
            <a:off x="2587752" y="1261872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02 — Quality Scorecard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660904" y="1664208"/>
            <a:ext cx="1847088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📊 Quality Scorecard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Kuber Apparels (Level 4)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Score: 92.5 / 100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[██████████░] Top 8%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PRISM Visibility Boost: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+15% organic views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Rate: 11.2%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642616" y="4517136"/>
            <a:ext cx="18836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Supplier Quality Dashboard showing score (92.5/100) and corresponding PRISM visibility boost.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64024" y="1261872"/>
            <a:ext cx="1993392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64024" y="1261872"/>
            <a:ext cx="1993392" cy="292608"/>
          </a:xfrm>
          <a:prstGeom prst="rect">
            <a:avLst/>
          </a:prstGeom>
          <a:solidFill>
            <a:srgbClr val="F43397"/>
          </a:solidFill>
          <a:ln/>
        </p:spPr>
      </p:sp>
      <p:sp>
        <p:nvSpPr>
          <p:cNvPr id="16" name="Text 14"/>
          <p:cNvSpPr/>
          <p:nvPr/>
        </p:nvSpPr>
        <p:spPr>
          <a:xfrm>
            <a:off x="4764024" y="1261872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03 — Catalog Actions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37176" y="1664208"/>
            <a:ext cx="1847088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⚠️ SKU: COTTON-TSHIRT-L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Alert: Shrinkage Risk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Return Rate: 18.2%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Complaint: Shrinks in wash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Fix: Update description: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"100% Cotton. Buy 1 size up"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Update Description ]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818888" y="4517136"/>
            <a:ext cx="18836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Highlights SKUs with sizing or fabric issues and suggests 1-click description and size adjustments.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940296" y="1261872"/>
            <a:ext cx="1993392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40296" y="1261872"/>
            <a:ext cx="1993392" cy="292608"/>
          </a:xfrm>
          <a:prstGeom prst="rect">
            <a:avLst/>
          </a:prstGeom>
          <a:solidFill>
            <a:srgbClr val="F43397"/>
          </a:solidFill>
          <a:ln/>
        </p:spPr>
      </p:sp>
      <p:sp>
        <p:nvSpPr>
          <p:cNvPr id="21" name="Text 19"/>
          <p:cNvSpPr/>
          <p:nvPr/>
        </p:nvSpPr>
        <p:spPr>
          <a:xfrm>
            <a:off x="6940296" y="1261872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04 — Category Admin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013448" y="1664208"/>
            <a:ext cx="1847088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🤖 Category: Apparel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 Return Sellers: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Shivay Creations (21.4%)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[ Nudge ]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Kuber Apparels   (11.2%)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[ Verified ✓ ]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Balaji Textiles  (16.8%)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995160" y="4517136"/>
            <a:ext cx="18836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Meesho Category Manager dashboard to audit high-return sellers and send automated nudges.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11480" y="629107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3397"/>
                </a:solidFill>
              </a:rPr>
              <a:t>Live prototype: meesho-trustbuy-prototype.html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53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43397"/>
                </a:solidFill>
              </a:rPr>
              <a:t>IMPACT &amp; ROI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Supplier Quality &amp; E-Commerce Margin Improvement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11480" y="1371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43397"/>
                </a:solidFill>
              </a:rPr>
              <a:t>CONSUMER &amp; SUPPLIER IMPACT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617720" y="1371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43397"/>
                </a:solidFill>
              </a:rPr>
              <a:t>BUSINESS &amp; PLATFORM ROI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11480" y="1755648"/>
            <a:ext cx="4005072" cy="658368"/>
          </a:xfrm>
          <a:prstGeom prst="rect">
            <a:avLst/>
          </a:prstGeom>
          <a:solidFill>
            <a:srgbClr val="1E1A26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801368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3397"/>
                </a:solidFill>
              </a:rPr>
              <a:t>↑ 15%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993392" y="180136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Consumer catalog trust index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523744"/>
            <a:ext cx="4005072" cy="658368"/>
          </a:xfrm>
          <a:prstGeom prst="rect">
            <a:avLst/>
          </a:prstGeom>
          <a:solidFill>
            <a:srgbClr val="1E1A26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569464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3397"/>
                </a:solidFill>
              </a:rPr>
              <a:t>↓ 32%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993392" y="2569464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Wrong-item/defective return rate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3291840"/>
            <a:ext cx="4005072" cy="658368"/>
          </a:xfrm>
          <a:prstGeom prst="rect">
            <a:avLst/>
          </a:prstGeom>
          <a:solidFill>
            <a:srgbClr val="1E1A26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337560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3397"/>
                </a:solidFill>
              </a:rPr>
              <a:t>↑ 22%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993392" y="333756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Repeat purchases (12-month)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4059936"/>
            <a:ext cx="4005072" cy="658368"/>
          </a:xfrm>
          <a:prstGeom prst="rect">
            <a:avLst/>
          </a:prstGeom>
          <a:solidFill>
            <a:srgbClr val="1E1A26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4105656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3397"/>
                </a:solidFill>
              </a:rPr>
              <a:t>↑ 85%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993392" y="4105656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Supplier satisfaction score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17720" y="1755648"/>
            <a:ext cx="4096512" cy="658368"/>
          </a:xfrm>
          <a:prstGeom prst="rect">
            <a:avLst/>
          </a:prstGeom>
          <a:solidFill>
            <a:srgbClr val="1E1A26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1801368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3397"/>
                </a:solidFill>
              </a:rPr>
              <a:t>↓ 18%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199632" y="1801368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Logistics return processing costs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17720" y="2523744"/>
            <a:ext cx="4096512" cy="658368"/>
          </a:xfrm>
          <a:prstGeom prst="rect">
            <a:avLst/>
          </a:prstGeom>
          <a:solidFill>
            <a:srgbClr val="1E1A26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2569464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3397"/>
                </a:solidFill>
              </a:rPr>
              <a:t>↑ 12%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199632" y="2569464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Organic catalog conversion rate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17720" y="3291840"/>
            <a:ext cx="4096512" cy="658368"/>
          </a:xfrm>
          <a:prstGeom prst="rect">
            <a:avLst/>
          </a:prstGeom>
          <a:solidFill>
            <a:srgbClr val="1E1A26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54880" y="3337560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3397"/>
                </a:solidFill>
              </a:rPr>
              <a:t>↓ 45%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199632" y="333756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Manual blacklisting operations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17720" y="4059936"/>
            <a:ext cx="4096512" cy="658368"/>
          </a:xfrm>
          <a:prstGeom prst="rect">
            <a:avLst/>
          </a:prstGeom>
          <a:solidFill>
            <a:srgbClr val="1E1A26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54880" y="4105656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3397"/>
                </a:solidFill>
              </a:rPr>
              <a:t>↑ 94%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6199632" y="4105656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Correct catalog measurements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11480" y="4974336"/>
            <a:ext cx="8321040" cy="749808"/>
          </a:xfrm>
          <a:prstGeom prst="rect">
            <a:avLst/>
          </a:prstGeom>
          <a:solidFill>
            <a:srgbClr val="F43397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5029200"/>
            <a:ext cx="80101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Aligning search visibility with quality metrics leverages Meesho's platform strengths. Higher quality listings prevent reverse logistical waste, increasing overall profitability.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43397"/>
                </a:solidFill>
              </a:rPr>
              <a:t>PROOF OF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53543"/>
                </a:solidFill>
              </a:rPr>
              <a:t>Leveraging PhonePe Partner Platforms to Scale TrustBuy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298448"/>
            <a:ext cx="3840480" cy="3730752"/>
          </a:xfrm>
          <a:prstGeom prst="rect">
            <a:avLst/>
          </a:prstGeom>
          <a:solidFill>
            <a:srgbClr val="353543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417320"/>
            <a:ext cx="35295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3397"/>
                </a:solidFill>
              </a:rPr>
              <a:t>PhonePe Experience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58368" y="1828800"/>
            <a:ext cx="34381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Rebuilt third-party rewards platform into an ML-driven self-serve marketplace onboarding 500+ brands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2423160"/>
            <a:ext cx="34381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Drove B2B onboarding optimization that cut offer operations TAT from 2 days to 30 minutes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3017520"/>
            <a:ext cx="34381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Collaborated with business teams to structure revenue and monetization frameworks for partners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" y="3611880"/>
            <a:ext cx="34381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A/B tested campaign conversions, adjusting merchant-facing visibility variables dynamically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4206240"/>
            <a:ext cx="34381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Monitored B2B platform adoption metrics, using feedback loops to prioritize product roadmap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07408" y="1298448"/>
            <a:ext cx="4297680" cy="37307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53712" y="1417320"/>
            <a:ext cx="4005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3397"/>
                </a:solidFill>
              </a:rPr>
              <a:t>Meesho PM2 Relevance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53712" y="1828800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4444"/>
                </a:solidFill>
              </a:rPr>
              <a:t>ML-driven self-serve marketplace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0" y="1828800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→ TrustBuy supplier dashboard metrics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53712" y="2423160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4444"/>
                </a:solidFill>
              </a:rPr>
              <a:t>Offer operations TAT reduction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83680" y="2423160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→ Supplier Hub Action Center recommendations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53712" y="3017520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4444"/>
                </a:solidFill>
              </a:rPr>
              <a:t>Partner visibility A/B testing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83680" y="3017520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→ Dynamic PRISM search boosts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53712" y="3611880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4444"/>
                </a:solidFill>
              </a:rPr>
              <a:t>B2B adoption metric scaling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83680" y="3611880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→ Admin category console auditing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53712" y="4206240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4444"/>
                </a:solidFill>
              </a:rPr>
              <a:t>Stakeholder alignment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83680" y="4206240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→ Aligning supplier actions with margins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5138928"/>
            <a:ext cx="8321040" cy="594360"/>
          </a:xfrm>
          <a:prstGeom prst="rect">
            <a:avLst/>
          </a:prstGeom>
          <a:solidFill>
            <a:srgbClr val="F43397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5175504"/>
            <a:ext cx="80101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</a:rPr>
              <a:t>"Building self-serve B2B tools is about empowering merchants. Surfacing returns data as catalog recommendations gives suppliers the direct power to correct and grow."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53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43397"/>
                </a:solidFill>
              </a:rPr>
              <a:t>ROLLOUT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Scorecard Pilot → PRISM Re-ranking → Category Console Scaling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371600"/>
            <a:ext cx="2670048" cy="3108960"/>
          </a:xfrm>
          <a:prstGeom prst="rect">
            <a:avLst/>
          </a:prstGeom>
          <a:solidFill>
            <a:srgbClr val="1E1A26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371600"/>
            <a:ext cx="2670048" cy="475488"/>
          </a:xfrm>
          <a:prstGeom prst="rect">
            <a:avLst/>
          </a:prstGeom>
          <a:solidFill>
            <a:srgbClr val="F43397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371600"/>
            <a:ext cx="26700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Phase 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938528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E0FC"/>
                </a:solidFill>
              </a:rPr>
              <a:t>Month 1–2: Scorecard Launch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286000"/>
            <a:ext cx="248716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5E5"/>
                </a:solidFill>
              </a:rPr>
              <a:t>Release Quality Scorecard to fashion suppliers. Surfaced via Supplier Hub. Measure scorecard views and baseline catalog updates. Target: 10% description updates.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64408" y="1371600"/>
            <a:ext cx="2670048" cy="3108960"/>
          </a:xfrm>
          <a:prstGeom prst="rect">
            <a:avLst/>
          </a:prstGeom>
          <a:solidFill>
            <a:srgbClr val="1E1A26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64408" y="1371600"/>
            <a:ext cx="2670048" cy="475488"/>
          </a:xfrm>
          <a:prstGeom prst="rect">
            <a:avLst/>
          </a:prstGeom>
          <a:solidFill>
            <a:srgbClr val="F43397"/>
          </a:solidFill>
          <a:ln/>
        </p:spPr>
      </p:sp>
      <p:sp>
        <p:nvSpPr>
          <p:cNvPr id="11" name="Text 9"/>
          <p:cNvSpPr/>
          <p:nvPr/>
        </p:nvSpPr>
        <p:spPr>
          <a:xfrm>
            <a:off x="3264408" y="1371600"/>
            <a:ext cx="26700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Phase 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55848" y="1938528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E0FC"/>
                </a:solidFill>
              </a:rPr>
              <a:t>Month 3–4: PRISM Ranking link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55848" y="2286000"/>
            <a:ext cx="248716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5E5"/>
                </a:solidFill>
              </a:rPr>
              <a:t>Integrate Quality Score into PRISM recommendation algorithm for 10% of search queries. Validate conversion rate and return rate shift. Target: 15% return reduction.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17336" y="1371600"/>
            <a:ext cx="2670048" cy="3108960"/>
          </a:xfrm>
          <a:prstGeom prst="rect">
            <a:avLst/>
          </a:prstGeom>
          <a:solidFill>
            <a:srgbClr val="1E1A26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17336" y="1371600"/>
            <a:ext cx="2670048" cy="475488"/>
          </a:xfrm>
          <a:prstGeom prst="rect">
            <a:avLst/>
          </a:prstGeom>
          <a:solidFill>
            <a:srgbClr val="F43397"/>
          </a:solidFill>
          <a:ln/>
        </p:spPr>
      </p:sp>
      <p:sp>
        <p:nvSpPr>
          <p:cNvPr id="16" name="Text 14"/>
          <p:cNvSpPr/>
          <p:nvPr/>
        </p:nvSpPr>
        <p:spPr>
          <a:xfrm>
            <a:off x="6117336" y="1371600"/>
            <a:ext cx="26700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Phase 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08776" y="1938528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E0FC"/>
                </a:solidFill>
              </a:rPr>
              <a:t>Month 5–6: Full scaling &amp; badges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08776" y="2286000"/>
            <a:ext cx="248716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5E5"/>
                </a:solidFill>
              </a:rPr>
              <a:t>Roll out TrustBuy badges to consumers. Scale console nudges to all category managers. Target: 30% wrong-item return reduction.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4626864"/>
            <a:ext cx="8321040" cy="658368"/>
          </a:xfrm>
          <a:prstGeom prst="rect">
            <a:avLst/>
          </a:prstGeom>
          <a:solidFill>
            <a:srgbClr val="1E1A26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4663440"/>
            <a:ext cx="80101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E0FC"/>
                </a:solidFill>
              </a:rPr>
              <a:t>Requirements: Integration with PRISM algorithm, Supplier Hub UI updates, 1 backend engineer, 1 search engineer, and 1 UI/UX designer.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" y="5394960"/>
            <a:ext cx="8321040" cy="566928"/>
          </a:xfrm>
          <a:prstGeom prst="rect">
            <a:avLst/>
          </a:prstGeom>
          <a:solidFill>
            <a:srgbClr val="F43397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5431536"/>
            <a:ext cx="80101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Ajay Avaghade  |  avaghadeajay009@gmail.com  |  +91 9561558439  |  ajay-avaghade.github.io/Portfolio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2026-06-12T07:15:32Z</dcterms:created>
  <dcterms:modified xsi:type="dcterms:W3CDTF">2026-06-12T07:15:32Z</dcterms:modified>
</cp:coreProperties>
</file>