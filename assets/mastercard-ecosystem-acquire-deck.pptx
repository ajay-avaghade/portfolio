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Marketing AI • Ecosystem Acquire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PROPRIETARY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Ecosystem Acquire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ML-Driven Partner Acquisition Engine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for Manager, Product Management Marketing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ACQUISITION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acquisition beyond traditional financial institutions is disjointed.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Huge overlapping audiences between Issuers and non-traditional segments (Telcos, large retailers).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Inability to cross-pollinate data securely to drive co-branded card adoption.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ECOSYSTEM ACQUIRE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learning-driven B2B2C acquisition platform: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overlapping audiences (e.g., Telco subscriber vs Issuer cardholder).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Automates cross-acquisition campaigns across partner channels.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Triggers EMOB (Early Month On Book) activation nudges automatically.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Utilizes ML models to predict drop-off and trigger spend stimulation offers.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LIFECYCLE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solidFill>
            <a:srgbClr val="1E90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2286000"/>
            <a:ext cx="731520" cy="45720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828800"/>
            <a:ext cx="2286000" cy="1371600"/>
          </a:xfrm>
          <a:prstGeom prst="rect">
            <a:avLst/>
          </a:prstGeom>
          <a:solidFill>
            <a:srgbClr val="F79E1B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286000"/>
            <a:ext cx="731520" cy="45720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828800"/>
            <a:ext cx="2286000" cy="1371600"/>
          </a:xfrm>
          <a:prstGeom prst="rect">
            <a:avLst/>
          </a:prstGeom>
          <a:solidFill>
            <a:srgbClr val="EB001B"/>
          </a:solidFill>
          <a:ln w="1270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Outcomes: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Unlocks massive new scalable marketing plays for non-traditional partners.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Drives incremental growth for Mastercard clients in EEMEA.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+22% EMOB activation lift through automated, reward-based triggers.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Demonstrates product leadership in unifying the partner ecosystem.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2026-06-10T14:14:35Z</dcterms:created>
  <dcterms:modified xsi:type="dcterms:W3CDTF">2026-06-10T14:14:35Z</dcterms:modified>
</cp:coreProperties>
</file>