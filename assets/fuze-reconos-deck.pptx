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ZE_MASTER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FUZE API INFRASTRUCTURE // CONFIDENTIAL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25400" dir="16200000">
              <a:srgbClr val="000000">
                <a:alpha val="8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</a:rPr>
              <a:t>Fuze ReconOS: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F4F6"/>
                </a:solidFill>
              </a:rPr>
              <a:t>Automated Multi-Currency Ledger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Auto-matching embedded crypto payouts with fiat bank settlements for B2B partners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</a:rPr>
              <a:t>Ajay Avaghade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The Friction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57600" cy="2286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</a:rPr>
              <a:t>Current State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</a:rPr>
              <a:t>• Manual spreadsheet reconciliation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</a:rPr>
              <a:t>• Disconnect between on-chain &amp; off-chain data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</a:rPr>
              <a:t>• High operational overhead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</a:rPr>
              <a:t>• Regulatory compliance risk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</a:rPr>
              <a:t>The Business Impact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19202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</a:rPr>
              <a:t>• Stalled B2B partner scaling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</a:rPr>
              <a:t>• Delayed merchant payouts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</a:rPr>
              <a:t>• Costly compliance audits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ReconOS Architecture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CA3AF"/>
                </a:solidFill>
              </a:rPr>
              <a:t>❌ Legacy Operations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9CA3AF"/>
                </a:solidFill>
              </a:rPr>
              <a:t>• Siloed databases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9CA3AF"/>
                </a:solidFill>
              </a:rPr>
              <a:t>• T+1 batch matching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9CA3AF"/>
                </a:solidFill>
              </a:rPr>
              <a:t>• High human error rate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✅ Fuze ReconOS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0" y="18288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F3F4F6"/>
                </a:solidFill>
              </a:rPr>
              <a:t>• Unified data layer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F3F4F6"/>
                </a:solidFill>
              </a:rPr>
              <a:t>• Auto-matching engine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F3F4F6"/>
                </a:solidFill>
              </a:rPr>
              <a:t>• Proactive risk flagging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F3F4F6"/>
                </a:solidFill>
              </a:rPr>
              <a:t>• 100% automated settlement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0" y="1920240"/>
            <a:ext cx="731520" cy="731520"/>
          </a:xfrm>
          <a:prstGeom prst="ellipse">
            <a:avLst/>
          </a:prstGeom>
          <a:solidFill>
            <a:srgbClr val="06B6D4"/>
          </a:solidFill>
          <a:ln/>
          <a:effectLst>
            <a:outerShdw sx="100000" sy="100000" kx="0" ky="0" algn="bl" rotWithShape="0" blurRad="38100" dist="25400" dir="16200000">
              <a:srgbClr val="000000">
                <a:alpha val="8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0624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VS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How it works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914400" y="2286000"/>
            <a:ext cx="7315200" cy="4572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210312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</a:rPr>
              <a:t>Data Ingest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17520" y="210312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27432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</a:rPr>
              <a:t>Index Flows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210312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27432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</a:rPr>
              <a:t>Auto Match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210312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27432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</a:rPr>
              <a:t>Settle Fiat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Impact &amp; KPIs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</a:rPr>
              <a:t>-60%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3F4F6"/>
                </a:solidFill>
              </a:rPr>
              <a:t>Ops Time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83280" y="1645920"/>
            <a:ext cx="256032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20116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383280" y="27432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3F4F6"/>
                </a:solidFill>
              </a:rPr>
              <a:t>Automation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256032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0116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</a:rPr>
              <a:t>Zero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309360" y="27432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3F4F6"/>
                </a:solidFill>
              </a:rPr>
              <a:t>Compliance Drops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2026-06-08T09:42:10Z</dcterms:created>
  <dcterms:modified xsi:type="dcterms:W3CDTF">2026-06-08T09:42:10Z</dcterms:modified>
</cp:coreProperties>
</file>