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ZE_MASTER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5488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FUZE API INFRASTRUCTURE // CONFIDENTIAL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B82F6"/>
                </a:solidFill>
              </a:rPr>
              <a:t>Fuze PayBridge: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3F4F6"/>
                </a:solidFill>
              </a:rPr>
              <a:t>Embedded Cross-Border API Settlements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</a:rPr>
              <a:t>Solving high FX costs and T+2 delays for MENA super apps using digital asset liquidity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4F6"/>
                </a:solidFill>
              </a:rPr>
              <a:t>Ajay Avaghade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The Friction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11182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Current State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Traditional SWIFT/Correspondent banks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High FX conversion spreads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T+2 to T+3 settlement delays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Fragmented B2B API integrations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22860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The Business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920240"/>
            <a:ext cx="32918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Margin compression for MENA merchants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Poor user experience on super apps</a:t>
            </a:r>
            <a:endParaRPr lang="en-US" sz="12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</a:rPr>
              <a:t>• Trapped working capital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PayBridge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CA3AF"/>
                </a:solidFill>
              </a:rPr>
              <a:t>❌ Legacy Rails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9CA3AF"/>
                </a:solidFill>
              </a:rPr>
              <a:t>• Nostro/Vostro accounts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9CA3AF"/>
                </a:solidFill>
              </a:rPr>
              <a:t>• Manual FX quoting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9CA3AF"/>
                </a:solidFill>
              </a:rPr>
              <a:t>• Batch processing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✅ Fuze PayBridge API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Stablecoin liquidity pools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Algorithmic FX execution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T+0 atomic settlement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300" dirty="0">
                <a:solidFill>
                  <a:srgbClr val="F3F4F6"/>
                </a:solidFill>
              </a:rPr>
              <a:t>• 100% white-labeled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06240" y="1920240"/>
            <a:ext cx="731520" cy="731520"/>
          </a:xfrm>
          <a:prstGeom prst="ellipse">
            <a:avLst/>
          </a:prstGeom>
          <a:solidFill>
            <a:srgbClr val="3B82F6"/>
          </a:solidFill>
          <a:ln/>
          <a:effectLst>
            <a:outerShdw sx="100000" sy="100000" kx="0" ky="0" algn="bl" rotWithShape="0" blurRad="38100" dist="25400" dir="16200000">
              <a:srgbClr val="000000">
                <a:alpha val="8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06240" y="19202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VS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How it works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7315200" cy="45720"/>
          </a:xfrm>
          <a:prstGeom prst="rect">
            <a:avLst/>
          </a:prstGeom>
          <a:solidFill>
            <a:srgbClr val="9CA3AF"/>
          </a:solidFill>
          <a:ln/>
        </p:spPr>
      </p:sp>
      <p:sp>
        <p:nvSpPr>
          <p:cNvPr id="4" name="Shape 2"/>
          <p:cNvSpPr/>
          <p:nvPr/>
        </p:nvSpPr>
        <p:spPr>
          <a:xfrm>
            <a:off x="1188720" y="210312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App POST Call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017520" y="210312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0175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Fiat to USDC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210312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Cross-Border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2103120"/>
            <a:ext cx="365760" cy="36576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7432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F4F6"/>
                </a:solidFill>
              </a:rPr>
              <a:t>USDC to Fiat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</a:rPr>
              <a:t>Impact &amp; KPIs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256032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T+0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F4F6"/>
                </a:solidFill>
              </a:rPr>
              <a:t>Settlement Time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83280" y="1645920"/>
            <a:ext cx="256032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-45%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38328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F4F6"/>
                </a:solidFill>
              </a:rPr>
              <a:t>FX Costs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2560320" cy="1828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20116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</a:rPr>
              <a:t>99.9%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09360" y="27432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3F4F6"/>
                </a:solidFill>
              </a:rPr>
              <a:t>API Uptime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2026-06-08T09:42:10Z</dcterms:created>
  <dcterms:modified xsi:type="dcterms:W3CDTF">2026-06-08T09:42:10Z</dcterms:modified>
</cp:coreProperties>
</file>