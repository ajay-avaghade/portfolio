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ZE_MASTER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FUZE API INFRASTRUCTURE // CONFIDENTIAL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16200000">
              <a:srgbClr val="0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Fuze PayBridge: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4F6"/>
                </a:solidFill>
              </a:rPr>
              <a:t>Embedded Cross-Border API Settlements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Solving high FX costs and T+2 delays for MENA super apps using digital asset liquidity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4F6"/>
                </a:solidFill>
              </a:rPr>
              <a:t>Ajay Avaghade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The Friction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</a:rPr>
              <a:t>• Traditional SWIFT/Correspondent banks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</a:rPr>
              <a:t>• High FX conversion spreads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</a:rPr>
              <a:t>• T+2 to T+3 settlement delays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</a:rPr>
              <a:t>• Fragmented B2B API integrations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</a:rPr>
              <a:t>The Business Impact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92024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</a:rPr>
              <a:t>• Margin compression for MENA merchants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</a:rPr>
              <a:t>• Poor user experience on super apps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</a:rPr>
              <a:t>• Trapped working capital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PayBridge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A3AF"/>
                </a:solidFill>
              </a:rPr>
              <a:t>❌ Legacy Rails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9CA3AF"/>
                </a:solidFill>
              </a:rPr>
              <a:t>• Nostro/Vostro accounts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9CA3AF"/>
                </a:solidFill>
              </a:rPr>
              <a:t>• Manual FX quoting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9CA3AF"/>
                </a:solidFill>
              </a:rPr>
              <a:t>• Batch processing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0" y="1371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✅ Fuze PayBridge API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F3F4F6"/>
                </a:solidFill>
              </a:rPr>
              <a:t>• Stablecoin liquidity pools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F3F4F6"/>
                </a:solidFill>
              </a:rPr>
              <a:t>• Algorithmic FX execution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F3F4F6"/>
                </a:solidFill>
              </a:rPr>
              <a:t>• T+0 atomic settlement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F3F4F6"/>
                </a:solidFill>
              </a:rPr>
              <a:t>• 100% white-labeled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1920240"/>
            <a:ext cx="731520" cy="73152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38100" dist="25400" dir="16200000">
              <a:srgbClr val="000000">
                <a:alpha val="8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How it works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7315200" cy="4572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210312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</a:rPr>
              <a:t>App POST Call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210312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</a:rPr>
              <a:t>Fiat to USDC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10312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</a:rPr>
              <a:t>Cross-Border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210312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</a:rPr>
              <a:t>USDC to Fiat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Impact &amp; KPIs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T+0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F4F6"/>
                </a:solidFill>
              </a:rPr>
              <a:t>Settlement Time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645920"/>
            <a:ext cx="25603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2011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-45%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83280" y="27432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F4F6"/>
                </a:solidFill>
              </a:rPr>
              <a:t>FX Costs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25603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011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99.9%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309360" y="27432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F4F6"/>
                </a:solidFill>
              </a:rPr>
              <a:t>API Uptime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2026-06-08T09:29:12Z</dcterms:created>
  <dcterms:modified xsi:type="dcterms:W3CDTF">2026-06-08T09:29:12Z</dcterms:modified>
</cp:coreProperties>
</file>