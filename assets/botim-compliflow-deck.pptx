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BOTIM FOR BUSINESS · KYB &amp; AML ONBOARDING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CompliFlow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Frictionless KYB &amp; AML Onboarding — 5–7 Days to Under 2 Hours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754880"/>
            <a:ext cx="18288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4937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60% drop-off eliminated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60% of SMEs Drop Off Before First Transaction Due to 5–7 Day Manual KYB — Compliance Is Killing Conversion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5–7 days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KYB TAT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trade license review + AML check + sanctions screening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60%+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Drop-off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SMEs abandon before completing KYB onboarding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85%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Low-risk businesses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treated identically to high-risk — wasting compliance resources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55448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920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Root cause: Every business goes through the same full manual KYB regardless of actual risk. Compliance teams spend 85% of time on businesses that could be auto-approved in minutes. High-risk businesses that need scrutiny wait behind a queue of low-risk ones.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Risk-Tiering Compliance Turns a Conversion Killer into a Competitive Advantage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❌ Today: Flat KYB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All businesses: same 5–7 day process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Manual document review per case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6210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AML + sanctions checked in serial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1513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60%+ drop-off before first payment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6817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Compliance team overwhelmed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✅ CompliFlow: Tiered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LOW (84%): instant approval &lt;2 hrs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090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MED (11%): human review 24h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6210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 (5%): full manual 5–7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41513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OCR auto-extracts doc fields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46817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Compliance team handles only high-risk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OCR Extraction → ML Risk Score → Tier Routing → Straight-Through or Human Review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 Upload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Trade license + MOA uploaded. OCR extracts all fields automatically.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19456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31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311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Auto-Checks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Parallel: OFAC, UN, UAE Central Bank sanctions. UBO PEP screening. License validity.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42616"/>
            <a:ext cx="0" cy="219456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Scoring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ML model outputs score 0–100. LOW (&lt;30): straight-through. MED (30–70): human review. HIGH (&gt;70): full KYB.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410712"/>
            <a:ext cx="0" cy="219456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673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Routing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LOW: instant approval &lt;2h. MED: 24h queue. HIGH: 5–7 days with escalation path.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178808"/>
            <a:ext cx="0" cy="219456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3542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535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Continuous Learning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764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Approval/rejection data retrains model quarterly. Threshold calibrated per market.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Proof: PhonePe Self-Serve Merchant Platform (5K merchants)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Built zero-to-one self-serve B2B merchant onboarding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76148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Eliminated manual ops bottleneck (6 weeks → 2 days onboarding TAT)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32841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5,000+ merchants acquired with 23% lower CAC, zero eng dependency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895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Standardised onboarding scaled across 25+ cities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4622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CompliFlow: same "eliminate the manual bottleneck" architecture for KYB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4 Screens — Onboarding to Compliance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 — Onboarding Wizard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Trade license upload (OCR auto-fills all fields). UBO declaration. Expected volume. CompliFlow check initiated in one tap.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 — Risk Assessment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Risk score 0–100. Checks completed: OFAC, UN, CBUAE, UBO PEP. GREEN = instant. AMBER = human review. RED = escalation.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 — Instant Approval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Confetti success. "Approved in &lt;2 hours." Payment limits unlocked. Corridors available. Next step CTA.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 — Compliance Ops Console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Straight-through rate (84%), avg TAT (1.8h), human review queue (11%), daily KYB pipeline. PEP match alerts.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Onboarding Conversion &amp; Compliance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&lt;2 hrs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 risk approval TAT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vs 5–7 days manual (96% faster for 84% of SMEs)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−60%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Drop-off rate eliminated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straight-through conversion vs current 60%+ abandonment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👮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84%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Straight-through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of businesses auto-approved — no compliance team time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+40%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Compliance capacity freed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team redirected from low-risk to high-risk cases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PhonePe Self-Serve Platform: Eliminate the Manual Bottleneck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PhonePe: What I Built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B2B merchant platform: manual ops was the bottleneck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Built self-serve PG integration (Instant Discount + EMI)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1638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Eliminated back-and-forth with ops team per merchant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5,000+ merchants, 6 weeks → 2 days, −23% CAC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Scaled zero engineering overhead across 25+ cities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CompliFlow: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KYB manual review was the SME onboarding bottleneck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334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OCR + ML risk scoring eliminates manual per-case 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163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84% of SMEs get straight-through: &lt;2 hours, zero ops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6941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Compliance team redirected to the 5% who truly need them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245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Architecture: same "self-serve removes the bottleneck" pattern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UAE Pilot to Full MENA KYB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Phase 1 — UAE Pilot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Deploy CompliFlow for UAE-registered businesses only. Measure: straight-through rate, TAT, false-positive rate on LOW/MED/HIGH classification. Compare vs manual baseline.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Phase 2 — MENA Expansion (Month 3–4)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Extend CompliFlow to Saudi Arabia, Egypt, Qatar registered entities. Add local regulatory lists per market. Compliance team SLA calibrated per tier.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Phase 3 — Full Scale (Month 5–6)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cross-border business onboarding runs through CompliFlow. Annual re-verification automated. Model retraining quarterly on outcomes data.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0F1E3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What I Need: Sanctions list API access (OFAC, UN, CBUAE) · OCR vendor (AWS Textract or equivalent) · ML engineer (risk scoring model) · Compliance team sign-off on tier thresholds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2026-06-04T14:45:00Z</dcterms:created>
  <dcterms:modified xsi:type="dcterms:W3CDTF">2026-06-04T14:45:00Z</dcterms:modified>
</cp:coreProperties>
</file>