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457200" y="0"/>
            <a:ext cx="3200400" cy="5143500"/>
          </a:xfrm>
          <a:prstGeom prst="line">
            <a:avLst/>
          </a:prstGeom>
          <a:noFill/>
          <a:ln w="5080">
            <a:solidFill>
              <a:srgbClr val="818C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1554480" y="0"/>
            <a:ext cx="3200400" cy="5143500"/>
          </a:xfrm>
          <a:prstGeom prst="line">
            <a:avLst/>
          </a:prstGeom>
          <a:noFill/>
          <a:ln w="5080">
            <a:solidFill>
              <a:srgbClr val="818C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3566160" y="0"/>
            <a:ext cx="3200400" cy="5143500"/>
          </a:xfrm>
          <a:prstGeom prst="line">
            <a:avLst/>
          </a:prstGeom>
          <a:noFill/>
          <a:ln w="5080">
            <a:solidFill>
              <a:srgbClr val="818C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5577840" y="0"/>
            <a:ext cx="3200400" cy="5143500"/>
          </a:xfrm>
          <a:prstGeom prst="line">
            <a:avLst/>
          </a:prstGeom>
          <a:noFill/>
          <a:ln w="5080">
            <a:solidFill>
              <a:srgbClr val="818C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7589520" y="0"/>
            <a:ext cx="1417320" cy="5143500"/>
          </a:xfrm>
          <a:prstGeom prst="line">
            <a:avLst/>
          </a:prstGeom>
          <a:noFill/>
          <a:ln w="5080">
            <a:solidFill>
              <a:srgbClr val="818C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20040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161B22"/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818CF8"/>
                </a:solidFill>
              </a:rPr>
              <a:t>DEEL · EQUITY PRODUCT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7315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EquityConnect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5943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</a:rPr>
              <a:t>Universal Equity Data Integration Hub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Connect any cap table platform to Deel in days, not months — with real-time sync &amp; drift alerting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37744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Presented by Ajay Avaghade · Senior PM, Equity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583680" y="1463040"/>
            <a:ext cx="2194560" cy="1463040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16002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days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21031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new cap table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integration setup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Deel · EquityConnect · Confidential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9200" y="4919472"/>
            <a:ext cx="374904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18CF8"/>
                </a:solidFill>
              </a:rPr>
              <a:t>ajay-avaghade.github.io/Portfolio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Deel Needs Equity Data From Dozens of Platforms — Each Speaking a Different Language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07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Cap table platforms in market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Carta, Shareworks, Fidelity, Pulley, Capdesk, Shareholder IntelliAgent, and more — each with unique schemas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10972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207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0" y="1554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3–6 mo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Custom integration build time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331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Each point-to-point integration is a custom engineering project: schema mapping, webhook setup, reconciliation, testing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20700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💔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035040" y="15544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Integrations break annually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331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Upstream schema changes go undetected until payroll items start failing. No systematic drift detection exists today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61B22"/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45643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</a:rPr>
              <a:t>Root cause: Every new cap table platform requires a custom integration — fragile, slow to build, and invisible to maintain. A schema change at Carta or Shareworks can silently corrupt equity data until the next payroll run.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Deel · EquityConnect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77777"/>
                </a:solidFill>
              </a:rPr>
              <a:t>THE INSIGHT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11111"/>
                </a:solidFill>
              </a:rPr>
              <a:t>A Canonical Equity Model + Schema Normalisation Layer Makes Every Platform Pluggable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FF5F5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155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❌  Point-to-Point (Current)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Each platform requires a bespoke integration: Carta schema ≠ Shareworks schema ≠ Fidelity schema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8653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Changes to upstream platform schema go undetected until payroll fails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2677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New platform onboarding: 3–6 month engineering project each time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6700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No single source of truth — equity data fragmented across platforms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30723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Schema evolution is invisible — no alerting, no auto-resolution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60520" y="2194560"/>
            <a:ext cx="548640" cy="411480"/>
          </a:xfrm>
          <a:prstGeom prst="ellipse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21945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6FC"/>
                </a:solidFill>
              </a:rPr>
              <a:t>VS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5F3FF"/>
          </a:solidFill>
          <a:ln w="1016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115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✅  EquityConnect (Proposed)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Single canonical equity data model: employee_id, equity_type, vesting_date, vested_units, fair_market_value, country_iso, withholding_usd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18653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AI schema mapping wizard: new platform field mapping in &lt;2 hours with AI suggestions confirmed by PM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37760" y="22677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Real-time webhook + schema drift detection: field changes detected immediately, auto-resolution queued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37760" y="26700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New platform onboarding: 2-day connector setup instead of 3-6 month build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30723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</a:rPr>
              <a:t>• All equity data normalised into one queryable layer for EquityPulse, EquityOnboard, TotalRewards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224528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2519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6FC"/>
                </a:solidFill>
              </a:rPr>
              <a:t>Key insight: All cap table platforms store the same 8–12 core equity fields — they just name them differently. A normalisation layer built once unlocks every platform automatically, and makes schema drift detectable in real time.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Deel · EquityConnect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</a:rPr>
              <a:t>THE MECHANIC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6FC"/>
                </a:solidFill>
              </a:rPr>
              <a:t>Connect Any Platform in 3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024128"/>
            <a:ext cx="420624" cy="3474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Platform Auth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OAuth / API key connection to cap table platform. Parte of pre-built connector library (Carta, Shareworks, Fidelity, Pulley). New platforms via generic REST connector.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20240" y="2011680"/>
            <a:ext cx="146304" cy="0"/>
          </a:xfrm>
          <a:prstGeom prst="line">
            <a:avLst/>
          </a:prstGeom>
          <a:noFill/>
          <a:ln w="15240">
            <a:solidFill>
              <a:srgbClr val="818C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66544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33472" y="1024128"/>
            <a:ext cx="420624" cy="3474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121408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AI Schema Mapping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39696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AI engine maps source fields to Deel canonical equity model (employee_id, equity_type, vesting_date, vested_units, FMV, country, withholding). PM confirms or edits in 2-hour wizard.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39312" y="2011680"/>
            <a:ext cx="146304" cy="0"/>
          </a:xfrm>
          <a:prstGeom prst="line">
            <a:avLst/>
          </a:prstGeom>
          <a:noFill/>
          <a:ln w="15240">
            <a:solidFill>
              <a:srgbClr val="818C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85616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52544" y="1024128"/>
            <a:ext cx="420624" cy="3474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52544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Live Sync + Monitoring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58768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Real-time webhook fires on equity events. Reconciliation job runs nightly. Schema drift engine compares current schema against baseline — alerts on any field change with AI-suggested resolution.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58384" y="2011680"/>
            <a:ext cx="146304" cy="0"/>
          </a:xfrm>
          <a:prstGeom prst="line">
            <a:avLst/>
          </a:prstGeom>
          <a:noFill/>
          <a:ln w="15240">
            <a:solidFill>
              <a:srgbClr val="818C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04688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1616" y="1024128"/>
            <a:ext cx="420624" cy="3474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1616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59552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Drift Auto-Resolve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When upstream schema changes (new field, renamed enum, type change), drift engine detects, classifies impact level (critical / warning / info), and suggests mapping fix. PM approves in 1 click.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077456" y="2011680"/>
            <a:ext cx="146304" cy="0"/>
          </a:xfrm>
          <a:prstGeom prst="line">
            <a:avLst/>
          </a:prstGeom>
          <a:noFill/>
          <a:ln w="15240">
            <a:solidFill>
              <a:srgbClr val="818C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960120"/>
            <a:ext cx="1572768" cy="3108960"/>
          </a:xfrm>
          <a:prstGeom prst="roundRect">
            <a:avLst>
              <a:gd name="adj" fmla="val 5814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90688" y="1024128"/>
            <a:ext cx="420624" cy="347472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90688" y="1024128"/>
            <a:ext cx="420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278624" y="1444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6FC"/>
                </a:solidFill>
              </a:rPr>
              <a:t>EquityPulse Unlock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96912" y="1828800"/>
            <a:ext cx="1426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Once connected, all vesting events auto-flow into EquityPulse orchestration engine. Zero additional config. New countries and worker types automatically covered as platform data expands.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7472" y="4169664"/>
            <a:ext cx="8449056" cy="585216"/>
          </a:xfrm>
          <a:prstGeom prst="roundRect">
            <a:avLst>
              <a:gd name="adj" fmla="val 12500"/>
            </a:avLst>
          </a:prstGeom>
          <a:solidFill>
            <a:srgbClr val="161B22"/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" y="41879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PhonePe proof: Built a self-serve multi-tenant PG integration platform that onboarded 5,000+ B2B merchants from scratch — the same connector + schema normalisation pattern applied at merchant scale. EquityConnect applies this to equity data platforms.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Deel · EquityConnect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77777"/>
                </a:solidFill>
              </a:rPr>
              <a:t>THE PRODUCT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4 Key Screens — Connect, Map, Monitor, Resolve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987552"/>
            <a:ext cx="201168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607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8912" y="13716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Integration Hub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7190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Connected platforms at a glance: Carta (live), Shareworks (alert), Fidelity (in setup). Last sync time, record count, drift status per connector.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23744" y="987552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23744" y="987552"/>
            <a:ext cx="201168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23744" y="10607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15184" y="13716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Schema Mapping Wizard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15184" y="17190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3-step flow: platform auth → AI field mapping (12 of 15 suggested) → confirm. New platform live in under 2 hours. AI suggests mappings based on field name similarity and existing integrations.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0016" y="987552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0016" y="987552"/>
            <a:ext cx="201168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10607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91456" y="13716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Connection Live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91456" y="17190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Confirmation: X records ingested, vesting schedules mapped, employee profiles linked, drift detection active. EquityPulse automatically unlocked.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76288" y="987552"/>
            <a:ext cx="2011680" cy="3246120"/>
          </a:xfrm>
          <a:prstGeom prst="roundRect">
            <a:avLst>
              <a:gd name="adj" fmla="val 4545"/>
            </a:avLst>
          </a:prstGeom>
          <a:solidFill>
            <a:srgbClr val="F9FAFB"/>
          </a:solidFill>
          <a:ln w="762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76288" y="987552"/>
            <a:ext cx="201168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10607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67728" y="13716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Drift Alert Console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67728" y="1719072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55555"/>
                </a:solidFill>
              </a:rPr>
              <a:t>Schema change detected: field name, before/after values, impact scope. AI resolution suggestion (e.g., map new enum PSU → performance_share). 1-click approve and resume sync.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43342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</a:rPr>
              <a:t>Interactive prototype: deel-equityconnect-prototype.html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Deel · EquityConnect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</a:rPr>
              <a:t>IMPACT &amp; ROI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From 3-Month Integration Projects to 2-Day Connector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3246120"/>
          </a:xfrm>
          <a:prstGeom prst="roundRect">
            <a:avLst>
              <a:gd name="adj" fmla="val 281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18CF8"/>
                </a:solidFill>
              </a:rPr>
              <a:t>ENGINEERING IMPACT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624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mo → 2 days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6367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New cap table integration setup time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2020824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−40%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Annual integration break rate (drift detection)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715768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523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platform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0266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Canonical data model — no more ad-hoc schemas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10712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47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 2 hrs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3721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Schema mapping wizard — AI-assisted, PM-owned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160520" cy="3246120"/>
          </a:xfrm>
          <a:prstGeom prst="roundRect">
            <a:avLst>
              <a:gd name="adj" fmla="val 2817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515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F97316"/>
                </a:solidFill>
              </a:rPr>
              <a:t>BUSINESS IMPACT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800600" y="1325880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13624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92040" y="16367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Cap table platforms connected via one framework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2020824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$500K+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92040" y="2331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Engineering cost saved per integration avoided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2715768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7523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92040" y="30266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Equity data freshness across all platforms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3410712"/>
            <a:ext cx="3840480" cy="548640"/>
          </a:xfrm>
          <a:prstGeom prst="roundRect">
            <a:avLst>
              <a:gd name="adj" fmla="val 11667"/>
            </a:avLst>
          </a:prstGeom>
          <a:solidFill>
            <a:srgbClr val="1C2333"/>
          </a:solidFill>
          <a:ln w="508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4472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92040" y="3721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Payroll failures from undetected schema drift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Deel · EquityConnect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77777"/>
                </a:solidFill>
              </a:rPr>
              <a:t>PROOF OF 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I Built This Multi-Tenant Integration Architecture Before.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60520" cy="3200400"/>
          </a:xfrm>
          <a:prstGeom prst="roundRect">
            <a:avLst>
              <a:gd name="adj" fmla="val 285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What I Built at PhonePe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1. Zero-to-one self-serve PG integration platform: multi-tenant connector for 5,000+ B2B merchants (Instant Discount + EMI subvention)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2. Schema normalisation: mapped each merchant's transaction schema to PhonePe's canonical model — same pattern as EquityConnect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24323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3. Rebuilt ops workflow from 2-day manual onboarding to 30-minute self-serve (TAT reduction: 97%)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9626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4. Compliance + Legal alignment: built consent flows, T&amp;C frameworks, and regulatory checks into the onboarding UX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4930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5. 23% lower CAC and clear pre/post KPI baselines validating each release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60520" cy="3200400"/>
          </a:xfrm>
          <a:prstGeom prst="roundRect">
            <a:avLst>
              <a:gd name="adj" fmla="val 2857"/>
            </a:avLst>
          </a:prstGeom>
          <a:solidFill>
            <a:srgbClr val="F5F3FF"/>
          </a:solidFill>
          <a:ln w="10160">
            <a:solidFill>
              <a:srgbClr val="C4B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51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How It Maps to This Role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371600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PG integration platform → EquityConnect: same multi-tenant connector architecture, applied to cap table platforms instead of payment gateways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800600" y="1901952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Schema normalisation at PhonePe → Canonical equity data model: identical technical problem — map upstream schema to internal canonical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00600" y="243230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30-min onboarding TAT → 2-day platform setup: same self-serve wizard pattern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00600" y="29626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Compliance + T&amp;C flows → Equity platform legal alignment: experienced with regulated domain integration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800600" y="349300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</a:rPr>
              <a:t>• KPI instrumentation from day 0 → Equity product success metrics pre-defined before build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4251960"/>
            <a:ext cx="8503920" cy="457200"/>
          </a:xfrm>
          <a:prstGeom prst="roundRect">
            <a:avLst>
              <a:gd name="adj" fmla="val 14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70248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18CF8"/>
                </a:solidFill>
              </a:rPr>
              <a:t>"The self-serve PG integration platform I built at PhonePe is EquityConnect — the domain changed, the architecture didn't."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919472"/>
            <a:ext cx="4572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</a:rPr>
              <a:t>Deel · EquityConnect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B949E"/>
                </a:solidFill>
              </a:rPr>
              <a:t>ROLLOUT PLAN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402336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C"/>
                </a:solidFill>
              </a:rPr>
              <a:t>Start With Top 3 Platforms, Build Universal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2606040"/>
          </a:xfrm>
          <a:prstGeom prst="roundRect">
            <a:avLst>
              <a:gd name="adj" fmla="val 3509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02412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29768" y="125272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Months 1–2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29768" y="14630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Core Connectors (Carta + Shareworks)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792224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Build canonical equity data model. Implement Carta + Shareworks connectors. Launch AI schema mapping wizard. Instrument integration health KPIs.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43200" cy="2606040"/>
          </a:xfrm>
          <a:prstGeom prst="roundRect">
            <a:avLst>
              <a:gd name="adj" fmla="val 3509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960120"/>
            <a:ext cx="274320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02412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</a:rPr>
              <a:t>Phase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55848" y="125272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Months 3–4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55848" y="14630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Fidelity + Drift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1792224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Add Fidelity connector. Build schema drift detection and auto-resolution engine. Launch ops monitoring dashboard. A/B test wizard completion rate.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72200" y="960120"/>
            <a:ext cx="2743200" cy="2606040"/>
          </a:xfrm>
          <a:prstGeom prst="roundRect">
            <a:avLst>
              <a:gd name="adj" fmla="val 3509"/>
            </a:avLst>
          </a:prstGeom>
          <a:solidFill>
            <a:srgbClr val="161B22"/>
          </a:solidFill>
          <a:ln w="7620">
            <a:solidFill>
              <a:srgbClr val="30363D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960120"/>
            <a:ext cx="2743200" cy="457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02412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</a:rPr>
              <a:t>Phase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81928" y="1252728"/>
            <a:ext cx="2523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</a:rPr>
              <a:t>Months 5–6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81928" y="1463040"/>
            <a:ext cx="25237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</a:rPr>
              <a:t>Universal Framework GA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81928" y="1792224"/>
            <a:ext cx="25237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Generic REST connector for any platform. Self-serve connector builder for Deel engineering team. Full EquityPulse integration. Connect to TotalRewards layer.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161B22"/>
          </a:solidFill>
          <a:ln w="1016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74904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</a:rPr>
              <a:t>What I need to build this: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396849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6FC"/>
                </a:solidFill>
              </a:rPr>
              <a:t>API documentation from Carta, Shareworks, Fidelity  ·  Alignment on canonical equity data model with Data Engineering  ·  1 backend engineer (connector framework)  ·  Compliance team input on required fields per country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919472"/>
            <a:ext cx="841248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18CF8"/>
                </a:solidFill>
              </a:rPr>
              <a:t>Ajay Avaghade  ·  avaghadeajay009@gmail.com  ·  +91 9561558439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2026-05-26T19:42:03Z</dcterms:created>
  <dcterms:modified xsi:type="dcterms:W3CDTF">2026-05-26T19:42:03Z</dcterms:modified>
</cp:coreProperties>
</file>